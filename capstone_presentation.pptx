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76" r:id="rId5"/>
    <p:sldId id="277" r:id="rId6"/>
    <p:sldId id="278" r:id="rId7"/>
    <p:sldId id="271" r:id="rId8"/>
    <p:sldId id="275" r:id="rId9"/>
    <p:sldId id="260" r:id="rId10"/>
    <p:sldId id="261" r:id="rId11"/>
    <p:sldId id="273" r:id="rId12"/>
    <p:sldId id="279" r:id="rId13"/>
    <p:sldId id="280" r:id="rId14"/>
    <p:sldId id="281" r:id="rId15"/>
    <p:sldId id="262" r:id="rId16"/>
    <p:sldId id="263" r:id="rId17"/>
    <p:sldId id="267"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4EDC7A-63EF-486E-A789-0F5D3F628C9A}" v="49" dt="2026-05-04T22:45:38.9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94660"/>
  </p:normalViewPr>
  <p:slideViewPr>
    <p:cSldViewPr snapToGrid="0" snapToObjects="1">
      <p:cViewPr varScale="1">
        <p:scale>
          <a:sx n="105" d="100"/>
          <a:sy n="105" d="100"/>
        </p:scale>
        <p:origin x="107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one, Donald D." userId="a9175ad5-2d00-4b3f-a36b-ccbe3b10d24a" providerId="ADAL" clId="{9CD05440-407D-459A-95BE-402CB22D2668}"/>
    <pc:docChg chg="undo redo custSel addSld delSld modSld sldOrd addSection delSection">
      <pc:chgData name="Melone, Donald D." userId="a9175ad5-2d00-4b3f-a36b-ccbe3b10d24a" providerId="ADAL" clId="{9CD05440-407D-459A-95BE-402CB22D2668}" dt="2026-05-04T22:46:15.071" v="3479" actId="2696"/>
      <pc:docMkLst>
        <pc:docMk/>
      </pc:docMkLst>
      <pc:sldChg chg="addSp delSp modSp mod setBg setClrOvrMap">
        <pc:chgData name="Melone, Donald D." userId="a9175ad5-2d00-4b3f-a36b-ccbe3b10d24a" providerId="ADAL" clId="{9CD05440-407D-459A-95BE-402CB22D2668}" dt="2026-05-04T21:51:05.416" v="2142" actId="26606"/>
        <pc:sldMkLst>
          <pc:docMk/>
          <pc:sldMk cId="0" sldId="256"/>
        </pc:sldMkLst>
        <pc:spChg chg="mod">
          <ac:chgData name="Melone, Donald D." userId="a9175ad5-2d00-4b3f-a36b-ccbe3b10d24a" providerId="ADAL" clId="{9CD05440-407D-459A-95BE-402CB22D2668}" dt="2026-05-04T21:51:05.416" v="2142" actId="26606"/>
          <ac:spMkLst>
            <pc:docMk/>
            <pc:sldMk cId="0" sldId="256"/>
            <ac:spMk id="2" creationId="{00000000-0000-0000-0000-000000000000}"/>
          </ac:spMkLst>
        </pc:spChg>
        <pc:spChg chg="mod">
          <ac:chgData name="Melone, Donald D." userId="a9175ad5-2d00-4b3f-a36b-ccbe3b10d24a" providerId="ADAL" clId="{9CD05440-407D-459A-95BE-402CB22D2668}" dt="2026-05-04T21:51:05.416" v="2142" actId="26606"/>
          <ac:spMkLst>
            <pc:docMk/>
            <pc:sldMk cId="0" sldId="256"/>
            <ac:spMk id="3" creationId="{00000000-0000-0000-0000-000000000000}"/>
          </ac:spMkLst>
        </pc:spChg>
        <pc:spChg chg="del">
          <ac:chgData name="Melone, Donald D." userId="a9175ad5-2d00-4b3f-a36b-ccbe3b10d24a" providerId="ADAL" clId="{9CD05440-407D-459A-95BE-402CB22D2668}" dt="2026-05-04T21:30:15.455" v="1972" actId="26606"/>
          <ac:spMkLst>
            <pc:docMk/>
            <pc:sldMk cId="0" sldId="256"/>
            <ac:spMk id="8" creationId="{C8643778-7F6C-4E8D-84D1-D5CDB9928191}"/>
          </ac:spMkLst>
        </pc:spChg>
        <pc:spChg chg="del">
          <ac:chgData name="Melone, Donald D." userId="a9175ad5-2d00-4b3f-a36b-ccbe3b10d24a" providerId="ADAL" clId="{9CD05440-407D-459A-95BE-402CB22D2668}" dt="2026-05-04T21:30:15.455" v="1972" actId="26606"/>
          <ac:spMkLst>
            <pc:docMk/>
            <pc:sldMk cId="0" sldId="256"/>
            <ac:spMk id="10" creationId="{1D22F88D-6907-48AF-B024-346E855E0D96}"/>
          </ac:spMkLst>
        </pc:spChg>
        <pc:spChg chg="add del">
          <ac:chgData name="Melone, Donald D." userId="a9175ad5-2d00-4b3f-a36b-ccbe3b10d24a" providerId="ADAL" clId="{9CD05440-407D-459A-95BE-402CB22D2668}" dt="2026-05-04T21:49:59.206" v="2136" actId="26606"/>
          <ac:spMkLst>
            <pc:docMk/>
            <pc:sldMk cId="0" sldId="256"/>
            <ac:spMk id="23" creationId="{F659138C-74A1-445B-848C-3608AE871A9F}"/>
          </ac:spMkLst>
        </pc:spChg>
        <pc:spChg chg="add del">
          <ac:chgData name="Melone, Donald D." userId="a9175ad5-2d00-4b3f-a36b-ccbe3b10d24a" providerId="ADAL" clId="{9CD05440-407D-459A-95BE-402CB22D2668}" dt="2026-05-04T21:49:59.206" v="2136" actId="26606"/>
          <ac:spMkLst>
            <pc:docMk/>
            <pc:sldMk cId="0" sldId="256"/>
            <ac:spMk id="33" creationId="{225F4217-4021-45A0-812B-398F9A7A93F9}"/>
          </ac:spMkLst>
        </pc:spChg>
        <pc:spChg chg="add del">
          <ac:chgData name="Melone, Donald D." userId="a9175ad5-2d00-4b3f-a36b-ccbe3b10d24a" providerId="ADAL" clId="{9CD05440-407D-459A-95BE-402CB22D2668}" dt="2026-05-04T21:51:05.416" v="2142" actId="26606"/>
          <ac:spMkLst>
            <pc:docMk/>
            <pc:sldMk cId="0" sldId="256"/>
            <ac:spMk id="40" creationId="{99CAC3B1-4879-424D-8F15-206277196159}"/>
          </ac:spMkLst>
        </pc:spChg>
        <pc:spChg chg="add del">
          <ac:chgData name="Melone, Donald D." userId="a9175ad5-2d00-4b3f-a36b-ccbe3b10d24a" providerId="ADAL" clId="{9CD05440-407D-459A-95BE-402CB22D2668}" dt="2026-05-04T21:51:05.416" v="2142" actId="26606"/>
          <ac:spMkLst>
            <pc:docMk/>
            <pc:sldMk cId="0" sldId="256"/>
            <ac:spMk id="53" creationId="{E03BF673-8C68-4092-BF1B-53C57EFEC21F}"/>
          </ac:spMkLst>
        </pc:spChg>
        <pc:spChg chg="add del">
          <ac:chgData name="Melone, Donald D." userId="a9175ad5-2d00-4b3f-a36b-ccbe3b10d24a" providerId="ADAL" clId="{9CD05440-407D-459A-95BE-402CB22D2668}" dt="2026-05-04T21:51:05.416" v="2142" actId="26606"/>
          <ac:spMkLst>
            <pc:docMk/>
            <pc:sldMk cId="0" sldId="256"/>
            <ac:spMk id="55" creationId="{08751D95-C333-4DEB-90B4-1EAC9A91DCA3}"/>
          </ac:spMkLst>
        </pc:spChg>
        <pc:grpChg chg="del">
          <ac:chgData name="Melone, Donald D." userId="a9175ad5-2d00-4b3f-a36b-ccbe3b10d24a" providerId="ADAL" clId="{9CD05440-407D-459A-95BE-402CB22D2668}" dt="2026-05-04T21:30:15.455" v="1972" actId="26606"/>
          <ac:grpSpMkLst>
            <pc:docMk/>
            <pc:sldMk cId="0" sldId="256"/>
            <ac:grpSpMk id="12" creationId="{F3842748-48B5-4DD0-A06A-A31C74024A99}"/>
          </ac:grpSpMkLst>
        </pc:grpChg>
        <pc:grpChg chg="add del">
          <ac:chgData name="Melone, Donald D." userId="a9175ad5-2d00-4b3f-a36b-ccbe3b10d24a" providerId="ADAL" clId="{9CD05440-407D-459A-95BE-402CB22D2668}" dt="2026-05-04T21:49:59.206" v="2136" actId="26606"/>
          <ac:grpSpMkLst>
            <pc:docMk/>
            <pc:sldMk cId="0" sldId="256"/>
            <ac:grpSpMk id="25" creationId="{7DFD7409-66D7-4C9C-B528-E79EB64A4D31}"/>
          </ac:grpSpMkLst>
        </pc:grpChg>
        <pc:grpChg chg="add del">
          <ac:chgData name="Melone, Donald D." userId="a9175ad5-2d00-4b3f-a36b-ccbe3b10d24a" providerId="ADAL" clId="{9CD05440-407D-459A-95BE-402CB22D2668}" dt="2026-05-04T21:51:05.416" v="2142" actId="26606"/>
          <ac:grpSpMkLst>
            <pc:docMk/>
            <pc:sldMk cId="0" sldId="256"/>
            <ac:grpSpMk id="42" creationId="{4B8492CB-DFBA-4A82-9778-F21493DA36C1}"/>
          </ac:grpSpMkLst>
        </pc:grpChg>
        <pc:grpChg chg="add del">
          <ac:chgData name="Melone, Donald D." userId="a9175ad5-2d00-4b3f-a36b-ccbe3b10d24a" providerId="ADAL" clId="{9CD05440-407D-459A-95BE-402CB22D2668}" dt="2026-05-04T21:51:05.416" v="2142" actId="26606"/>
          <ac:grpSpMkLst>
            <pc:docMk/>
            <pc:sldMk cId="0" sldId="256"/>
            <ac:grpSpMk id="57" creationId="{FBBA7535-3851-431E-BDA9-B4F6C1201291}"/>
          </ac:grpSpMkLst>
        </pc:grpChg>
        <pc:cxnChg chg="add del">
          <ac:chgData name="Melone, Donald D." userId="a9175ad5-2d00-4b3f-a36b-ccbe3b10d24a" providerId="ADAL" clId="{9CD05440-407D-459A-95BE-402CB22D2668}" dt="2026-05-04T21:49:59.206" v="2136" actId="26606"/>
          <ac:cxnSpMkLst>
            <pc:docMk/>
            <pc:sldMk cId="0" sldId="256"/>
            <ac:cxnSpMk id="35" creationId="{486F4EBC-E415-40E4-A8BA-BA66F0B632CB}"/>
          </ac:cxnSpMkLst>
        </pc:cxnChg>
      </pc:sldChg>
      <pc:sldChg chg="addSp delSp modSp mod setBg setClrOvrMap">
        <pc:chgData name="Melone, Donald D." userId="a9175ad5-2d00-4b3f-a36b-ccbe3b10d24a" providerId="ADAL" clId="{9CD05440-407D-459A-95BE-402CB22D2668}" dt="2026-05-04T22:43:25.052" v="3471" actId="26606"/>
        <pc:sldMkLst>
          <pc:docMk/>
          <pc:sldMk cId="0" sldId="257"/>
        </pc:sldMkLst>
        <pc:spChg chg="mod">
          <ac:chgData name="Melone, Donald D." userId="a9175ad5-2d00-4b3f-a36b-ccbe3b10d24a" providerId="ADAL" clId="{9CD05440-407D-459A-95BE-402CB22D2668}" dt="2026-05-04T22:43:25.052" v="3471" actId="26606"/>
          <ac:spMkLst>
            <pc:docMk/>
            <pc:sldMk cId="0" sldId="257"/>
            <ac:spMk id="2" creationId="{00000000-0000-0000-0000-000000000000}"/>
          </ac:spMkLst>
        </pc:spChg>
        <pc:spChg chg="mod">
          <ac:chgData name="Melone, Donald D." userId="a9175ad5-2d00-4b3f-a36b-ccbe3b10d24a" providerId="ADAL" clId="{9CD05440-407D-459A-95BE-402CB22D2668}" dt="2026-05-04T22:43:25.052" v="3471" actId="26606"/>
          <ac:spMkLst>
            <pc:docMk/>
            <pc:sldMk cId="0" sldId="257"/>
            <ac:spMk id="3" creationId="{00000000-0000-0000-0000-000000000000}"/>
          </ac:spMkLst>
        </pc:spChg>
        <pc:spChg chg="add del">
          <ac:chgData name="Melone, Donald D." userId="a9175ad5-2d00-4b3f-a36b-ccbe3b10d24a" providerId="ADAL" clId="{9CD05440-407D-459A-95BE-402CB22D2668}" dt="2026-05-04T21:47:57.823" v="2119" actId="26606"/>
          <ac:spMkLst>
            <pc:docMk/>
            <pc:sldMk cId="0" sldId="257"/>
            <ac:spMk id="8" creationId="{E03BF673-8C68-4092-BF1B-53C57EFEC21F}"/>
          </ac:spMkLst>
        </pc:spChg>
        <pc:spChg chg="add del">
          <ac:chgData name="Melone, Donald D." userId="a9175ad5-2d00-4b3f-a36b-ccbe3b10d24a" providerId="ADAL" clId="{9CD05440-407D-459A-95BE-402CB22D2668}" dt="2026-05-04T21:47:57.823" v="2119" actId="26606"/>
          <ac:spMkLst>
            <pc:docMk/>
            <pc:sldMk cId="0" sldId="257"/>
            <ac:spMk id="10" creationId="{08751D95-C333-4DEB-90B4-1EAC9A91DCA3}"/>
          </ac:spMkLst>
        </pc:spChg>
        <pc:spChg chg="add del">
          <ac:chgData name="Melone, Donald D." userId="a9175ad5-2d00-4b3f-a36b-ccbe3b10d24a" providerId="ADAL" clId="{9CD05440-407D-459A-95BE-402CB22D2668}" dt="2026-05-04T21:47:53.776" v="2112" actId="26606"/>
          <ac:spMkLst>
            <pc:docMk/>
            <pc:sldMk cId="0" sldId="257"/>
            <ac:spMk id="23" creationId="{F659138C-74A1-445B-848C-3608AE871A9F}"/>
          </ac:spMkLst>
        </pc:spChg>
        <pc:spChg chg="add del">
          <ac:chgData name="Melone, Donald D." userId="a9175ad5-2d00-4b3f-a36b-ccbe3b10d24a" providerId="ADAL" clId="{9CD05440-407D-459A-95BE-402CB22D2668}" dt="2026-05-04T21:47:57.092" v="2116" actId="26606"/>
          <ac:spMkLst>
            <pc:docMk/>
            <pc:sldMk cId="0" sldId="257"/>
            <ac:spMk id="27" creationId="{E4CD00E4-F77A-49A5-A54B-A542D0DE5D1A}"/>
          </ac:spMkLst>
        </pc:spChg>
        <pc:spChg chg="add del">
          <ac:chgData name="Melone, Donald D." userId="a9175ad5-2d00-4b3f-a36b-ccbe3b10d24a" providerId="ADAL" clId="{9CD05440-407D-459A-95BE-402CB22D2668}" dt="2026-05-04T21:47:57.092" v="2116" actId="26606"/>
          <ac:spMkLst>
            <pc:docMk/>
            <pc:sldMk cId="0" sldId="257"/>
            <ac:spMk id="29" creationId="{17158038-9069-44CB-8794-762B5429B9FE}"/>
          </ac:spMkLst>
        </pc:spChg>
        <pc:spChg chg="add del">
          <ac:chgData name="Melone, Donald D." userId="a9175ad5-2d00-4b3f-a36b-ccbe3b10d24a" providerId="ADAL" clId="{9CD05440-407D-459A-95BE-402CB22D2668}" dt="2026-05-04T21:47:57.092" v="2116" actId="26606"/>
          <ac:spMkLst>
            <pc:docMk/>
            <pc:sldMk cId="0" sldId="257"/>
            <ac:spMk id="31" creationId="{045056AB-07D8-43D9-9343-AB85199AEA75}"/>
          </ac:spMkLst>
        </pc:spChg>
        <pc:spChg chg="add del">
          <ac:chgData name="Melone, Donald D." userId="a9175ad5-2d00-4b3f-a36b-ccbe3b10d24a" providerId="ADAL" clId="{9CD05440-407D-459A-95BE-402CB22D2668}" dt="2026-05-04T21:47:53.776" v="2112" actId="26606"/>
          <ac:spMkLst>
            <pc:docMk/>
            <pc:sldMk cId="0" sldId="257"/>
            <ac:spMk id="33" creationId="{225F4217-4021-45A0-812B-398F9A7A93F9}"/>
          </ac:spMkLst>
        </pc:spChg>
        <pc:spChg chg="add del">
          <ac:chgData name="Melone, Donald D." userId="a9175ad5-2d00-4b3f-a36b-ccbe3b10d24a" providerId="ADAL" clId="{9CD05440-407D-459A-95BE-402CB22D2668}" dt="2026-05-04T21:47:55.766" v="2114" actId="26606"/>
          <ac:spMkLst>
            <pc:docMk/>
            <pc:sldMk cId="0" sldId="257"/>
            <ac:spMk id="37" creationId="{99CAC3B1-4879-424D-8F15-206277196159}"/>
          </ac:spMkLst>
        </pc:spChg>
        <pc:spChg chg="add del">
          <ac:chgData name="Melone, Donald D." userId="a9175ad5-2d00-4b3f-a36b-ccbe3b10d24a" providerId="ADAL" clId="{9CD05440-407D-459A-95BE-402CB22D2668}" dt="2026-05-04T21:47:57.092" v="2116" actId="26606"/>
          <ac:spMkLst>
            <pc:docMk/>
            <pc:sldMk cId="0" sldId="257"/>
            <ac:spMk id="49" creationId="{2DCD8F78-1792-4C6D-981A-E217B2E88360}"/>
          </ac:spMkLst>
        </pc:spChg>
        <pc:spChg chg="add del">
          <ac:chgData name="Melone, Donald D." userId="a9175ad5-2d00-4b3f-a36b-ccbe3b10d24a" providerId="ADAL" clId="{9CD05440-407D-459A-95BE-402CB22D2668}" dt="2026-05-04T21:47:57.092" v="2116" actId="26606"/>
          <ac:spMkLst>
            <pc:docMk/>
            <pc:sldMk cId="0" sldId="257"/>
            <ac:spMk id="50" creationId="{55406073-A765-4D67-ACDC-14CB85786391}"/>
          </ac:spMkLst>
        </pc:spChg>
        <pc:spChg chg="add del">
          <ac:chgData name="Melone, Donald D." userId="a9175ad5-2d00-4b3f-a36b-ccbe3b10d24a" providerId="ADAL" clId="{9CD05440-407D-459A-95BE-402CB22D2668}" dt="2026-05-04T21:47:57.092" v="2116" actId="26606"/>
          <ac:spMkLst>
            <pc:docMk/>
            <pc:sldMk cId="0" sldId="257"/>
            <ac:spMk id="51" creationId="{F7952C3D-CF7B-4948-838F-4A9E40B4AAED}"/>
          </ac:spMkLst>
        </pc:spChg>
        <pc:spChg chg="del">
          <ac:chgData name="Melone, Donald D." userId="a9175ad5-2d00-4b3f-a36b-ccbe3b10d24a" providerId="ADAL" clId="{9CD05440-407D-459A-95BE-402CB22D2668}" dt="2026-05-04T21:47:57.820" v="2118" actId="26606"/>
          <ac:spMkLst>
            <pc:docMk/>
            <pc:sldMk cId="0" sldId="257"/>
            <ac:spMk id="53" creationId="{99CAC3B1-4879-424D-8F15-206277196159}"/>
          </ac:spMkLst>
        </pc:spChg>
        <pc:spChg chg="add">
          <ac:chgData name="Melone, Donald D." userId="a9175ad5-2d00-4b3f-a36b-ccbe3b10d24a" providerId="ADAL" clId="{9CD05440-407D-459A-95BE-402CB22D2668}" dt="2026-05-04T21:47:57.097" v="2117" actId="26606"/>
          <ac:spMkLst>
            <pc:docMk/>
            <pc:sldMk cId="0" sldId="257"/>
            <ac:spMk id="54" creationId="{E34CC1C8-EBDD-4AEA-83E6-B27575B62E2E}"/>
          </ac:spMkLst>
        </pc:spChg>
        <pc:spChg chg="add del">
          <ac:chgData name="Melone, Donald D." userId="a9175ad5-2d00-4b3f-a36b-ccbe3b10d24a" providerId="ADAL" clId="{9CD05440-407D-459A-95BE-402CB22D2668}" dt="2026-05-04T21:47:57.820" v="2118" actId="26606"/>
          <ac:spMkLst>
            <pc:docMk/>
            <pc:sldMk cId="0" sldId="257"/>
            <ac:spMk id="55" creationId="{D6B38644-B85D-4211-9526-5B4C2A662BF7}"/>
          </ac:spMkLst>
        </pc:spChg>
        <pc:spChg chg="add del">
          <ac:chgData name="Melone, Donald D." userId="a9175ad5-2d00-4b3f-a36b-ccbe3b10d24a" providerId="ADAL" clId="{9CD05440-407D-459A-95BE-402CB22D2668}" dt="2026-05-04T21:47:57.820" v="2118" actId="26606"/>
          <ac:spMkLst>
            <pc:docMk/>
            <pc:sldMk cId="0" sldId="257"/>
            <ac:spMk id="56" creationId="{8A8B2820-6B8F-4C19-BFC5-D28EE44E54CB}"/>
          </ac:spMkLst>
        </pc:spChg>
        <pc:spChg chg="add del">
          <ac:chgData name="Melone, Donald D." userId="a9175ad5-2d00-4b3f-a36b-ccbe3b10d24a" providerId="ADAL" clId="{9CD05440-407D-459A-95BE-402CB22D2668}" dt="2026-05-04T21:47:57.820" v="2118" actId="26606"/>
          <ac:spMkLst>
            <pc:docMk/>
            <pc:sldMk cId="0" sldId="257"/>
            <ac:spMk id="57" creationId="{DCA45AB7-441E-40A8-A98B-557D68F48A48}"/>
          </ac:spMkLst>
        </pc:spChg>
        <pc:spChg chg="add del">
          <ac:chgData name="Melone, Donald D." userId="a9175ad5-2d00-4b3f-a36b-ccbe3b10d24a" providerId="ADAL" clId="{9CD05440-407D-459A-95BE-402CB22D2668}" dt="2026-05-04T21:47:57.820" v="2118" actId="26606"/>
          <ac:spMkLst>
            <pc:docMk/>
            <pc:sldMk cId="0" sldId="257"/>
            <ac:spMk id="58" creationId="{5F516030-4F00-4C48-AD93-91EFA17A1AC3}"/>
          </ac:spMkLst>
        </pc:spChg>
        <pc:spChg chg="add del">
          <ac:chgData name="Melone, Donald D." userId="a9175ad5-2d00-4b3f-a36b-ccbe3b10d24a" providerId="ADAL" clId="{9CD05440-407D-459A-95BE-402CB22D2668}" dt="2026-05-04T21:47:57.820" v="2118" actId="26606"/>
          <ac:spMkLst>
            <pc:docMk/>
            <pc:sldMk cId="0" sldId="257"/>
            <ac:spMk id="59" creationId="{5820085E-2582-4A95-98EE-45DFFD5C017C}"/>
          </ac:spMkLst>
        </pc:spChg>
        <pc:spChg chg="add del">
          <ac:chgData name="Melone, Donald D." userId="a9175ad5-2d00-4b3f-a36b-ccbe3b10d24a" providerId="ADAL" clId="{9CD05440-407D-459A-95BE-402CB22D2668}" dt="2026-05-04T21:48:20.354" v="2121" actId="26606"/>
          <ac:spMkLst>
            <pc:docMk/>
            <pc:sldMk cId="0" sldId="257"/>
            <ac:spMk id="61" creationId="{E03BF673-8C68-4092-BF1B-53C57EFEC21F}"/>
          </ac:spMkLst>
        </pc:spChg>
        <pc:spChg chg="add del">
          <ac:chgData name="Melone, Donald D." userId="a9175ad5-2d00-4b3f-a36b-ccbe3b10d24a" providerId="ADAL" clId="{9CD05440-407D-459A-95BE-402CB22D2668}" dt="2026-05-04T21:48:20.354" v="2121" actId="26606"/>
          <ac:spMkLst>
            <pc:docMk/>
            <pc:sldMk cId="0" sldId="257"/>
            <ac:spMk id="62" creationId="{08751D95-C333-4DEB-90B4-1EAC9A91DCA3}"/>
          </ac:spMkLst>
        </pc:spChg>
        <pc:spChg chg="add del">
          <ac:chgData name="Melone, Donald D." userId="a9175ad5-2d00-4b3f-a36b-ccbe3b10d24a" providerId="ADAL" clId="{9CD05440-407D-459A-95BE-402CB22D2668}" dt="2026-05-04T21:50:07.513" v="2137" actId="26606"/>
          <ac:spMkLst>
            <pc:docMk/>
            <pc:sldMk cId="0" sldId="257"/>
            <ac:spMk id="71" creationId="{4B136A7F-8703-4FA7-80B1-874F5E75835C}"/>
          </ac:spMkLst>
        </pc:spChg>
        <pc:spChg chg="add del">
          <ac:chgData name="Melone, Donald D." userId="a9175ad5-2d00-4b3f-a36b-ccbe3b10d24a" providerId="ADAL" clId="{9CD05440-407D-459A-95BE-402CB22D2668}" dt="2026-05-04T21:50:07.513" v="2137" actId="26606"/>
          <ac:spMkLst>
            <pc:docMk/>
            <pc:sldMk cId="0" sldId="257"/>
            <ac:spMk id="73" creationId="{716B2278-BFC9-43BE-9620-278464A4ABA9}"/>
          </ac:spMkLst>
        </pc:spChg>
        <pc:spChg chg="add del">
          <ac:chgData name="Melone, Donald D." userId="a9175ad5-2d00-4b3f-a36b-ccbe3b10d24a" providerId="ADAL" clId="{9CD05440-407D-459A-95BE-402CB22D2668}" dt="2026-05-04T21:50:07.513" v="2137" actId="26606"/>
          <ac:spMkLst>
            <pc:docMk/>
            <pc:sldMk cId="0" sldId="257"/>
            <ac:spMk id="75" creationId="{E4CD00E4-F77A-49A5-A54B-A542D0DE5D1A}"/>
          </ac:spMkLst>
        </pc:spChg>
        <pc:spChg chg="add del">
          <ac:chgData name="Melone, Donald D." userId="a9175ad5-2d00-4b3f-a36b-ccbe3b10d24a" providerId="ADAL" clId="{9CD05440-407D-459A-95BE-402CB22D2668}" dt="2026-05-04T21:50:07.513" v="2137" actId="26606"/>
          <ac:spMkLst>
            <pc:docMk/>
            <pc:sldMk cId="0" sldId="257"/>
            <ac:spMk id="77" creationId="{17158038-9069-44CB-8794-762B5429B9FE}"/>
          </ac:spMkLst>
        </pc:spChg>
        <pc:spChg chg="add del">
          <ac:chgData name="Melone, Donald D." userId="a9175ad5-2d00-4b3f-a36b-ccbe3b10d24a" providerId="ADAL" clId="{9CD05440-407D-459A-95BE-402CB22D2668}" dt="2026-05-04T21:50:07.513" v="2137" actId="26606"/>
          <ac:spMkLst>
            <pc:docMk/>
            <pc:sldMk cId="0" sldId="257"/>
            <ac:spMk id="79" creationId="{045056AB-07D8-43D9-9343-AB85199AEA75}"/>
          </ac:spMkLst>
        </pc:spChg>
        <pc:spChg chg="add del">
          <ac:chgData name="Melone, Donald D." userId="a9175ad5-2d00-4b3f-a36b-ccbe3b10d24a" providerId="ADAL" clId="{9CD05440-407D-459A-95BE-402CB22D2668}" dt="2026-05-04T21:50:07.513" v="2137" actId="26606"/>
          <ac:spMkLst>
            <pc:docMk/>
            <pc:sldMk cId="0" sldId="257"/>
            <ac:spMk id="81" creationId="{E83D8662-D21C-4B0A-A8A5-EA1E5DEBC579}"/>
          </ac:spMkLst>
        </pc:spChg>
        <pc:spChg chg="add del">
          <ac:chgData name="Melone, Donald D." userId="a9175ad5-2d00-4b3f-a36b-ccbe3b10d24a" providerId="ADAL" clId="{9CD05440-407D-459A-95BE-402CB22D2668}" dt="2026-05-04T22:43:25.052" v="3471" actId="26606"/>
          <ac:spMkLst>
            <pc:docMk/>
            <pc:sldMk cId="0" sldId="257"/>
            <ac:spMk id="86" creationId="{E03BF673-8C68-4092-BF1B-53C57EFEC21F}"/>
          </ac:spMkLst>
        </pc:spChg>
        <pc:spChg chg="add del">
          <ac:chgData name="Melone, Donald D." userId="a9175ad5-2d00-4b3f-a36b-ccbe3b10d24a" providerId="ADAL" clId="{9CD05440-407D-459A-95BE-402CB22D2668}" dt="2026-05-04T22:43:25.052" v="3471" actId="26606"/>
          <ac:spMkLst>
            <pc:docMk/>
            <pc:sldMk cId="0" sldId="257"/>
            <ac:spMk id="88" creationId="{08751D95-C333-4DEB-90B4-1EAC9A91DCA3}"/>
          </ac:spMkLst>
        </pc:spChg>
        <pc:spChg chg="add">
          <ac:chgData name="Melone, Donald D." userId="a9175ad5-2d00-4b3f-a36b-ccbe3b10d24a" providerId="ADAL" clId="{9CD05440-407D-459A-95BE-402CB22D2668}" dt="2026-05-04T22:43:25.052" v="3471" actId="26606"/>
          <ac:spMkLst>
            <pc:docMk/>
            <pc:sldMk cId="0" sldId="257"/>
            <ac:spMk id="101" creationId="{C8643778-7F6C-4E8D-84D1-D5CDB9928191}"/>
          </ac:spMkLst>
        </pc:spChg>
        <pc:spChg chg="add">
          <ac:chgData name="Melone, Donald D." userId="a9175ad5-2d00-4b3f-a36b-ccbe3b10d24a" providerId="ADAL" clId="{9CD05440-407D-459A-95BE-402CB22D2668}" dt="2026-05-04T22:43:25.052" v="3471" actId="26606"/>
          <ac:spMkLst>
            <pc:docMk/>
            <pc:sldMk cId="0" sldId="257"/>
            <ac:spMk id="103" creationId="{1D22F88D-6907-48AF-B024-346E855E0D96}"/>
          </ac:spMkLst>
        </pc:spChg>
        <pc:grpChg chg="add del">
          <ac:chgData name="Melone, Donald D." userId="a9175ad5-2d00-4b3f-a36b-ccbe3b10d24a" providerId="ADAL" clId="{9CD05440-407D-459A-95BE-402CB22D2668}" dt="2026-05-04T21:47:57.823" v="2119" actId="26606"/>
          <ac:grpSpMkLst>
            <pc:docMk/>
            <pc:sldMk cId="0" sldId="257"/>
            <ac:grpSpMk id="12" creationId="{FBBA7535-3851-431E-BDA9-B4F6C1201291}"/>
          </ac:grpSpMkLst>
        </pc:grpChg>
        <pc:grpChg chg="add del">
          <ac:chgData name="Melone, Donald D." userId="a9175ad5-2d00-4b3f-a36b-ccbe3b10d24a" providerId="ADAL" clId="{9CD05440-407D-459A-95BE-402CB22D2668}" dt="2026-05-04T21:47:53.776" v="2112" actId="26606"/>
          <ac:grpSpMkLst>
            <pc:docMk/>
            <pc:sldMk cId="0" sldId="257"/>
            <ac:grpSpMk id="25" creationId="{7DFD7409-66D7-4C9C-B528-E79EB64A4D31}"/>
          </ac:grpSpMkLst>
        </pc:grpChg>
        <pc:grpChg chg="add del">
          <ac:chgData name="Melone, Donald D." userId="a9175ad5-2d00-4b3f-a36b-ccbe3b10d24a" providerId="ADAL" clId="{9CD05440-407D-459A-95BE-402CB22D2668}" dt="2026-05-04T21:47:55.766" v="2114" actId="26606"/>
          <ac:grpSpMkLst>
            <pc:docMk/>
            <pc:sldMk cId="0" sldId="257"/>
            <ac:grpSpMk id="38" creationId="{4B8492CB-DFBA-4A82-9778-F21493DA36C1}"/>
          </ac:grpSpMkLst>
        </pc:grpChg>
        <pc:grpChg chg="add">
          <ac:chgData name="Melone, Donald D." userId="a9175ad5-2d00-4b3f-a36b-ccbe3b10d24a" providerId="ADAL" clId="{9CD05440-407D-459A-95BE-402CB22D2668}" dt="2026-05-04T21:47:57.823" v="2119" actId="26606"/>
          <ac:grpSpMkLst>
            <pc:docMk/>
            <pc:sldMk cId="0" sldId="257"/>
            <ac:grpSpMk id="63" creationId="{FBBA7535-3851-431E-BDA9-B4F6C1201291}"/>
          </ac:grpSpMkLst>
        </pc:grpChg>
        <pc:grpChg chg="del">
          <ac:chgData name="Melone, Donald D." userId="a9175ad5-2d00-4b3f-a36b-ccbe3b10d24a" providerId="ADAL" clId="{9CD05440-407D-459A-95BE-402CB22D2668}" dt="2026-05-04T22:43:25.052" v="3471" actId="26606"/>
          <ac:grpSpMkLst>
            <pc:docMk/>
            <pc:sldMk cId="0" sldId="257"/>
            <ac:grpSpMk id="90" creationId="{FBBA7535-3851-431E-BDA9-B4F6C1201291}"/>
          </ac:grpSpMkLst>
        </pc:grpChg>
        <pc:grpChg chg="add">
          <ac:chgData name="Melone, Donald D." userId="a9175ad5-2d00-4b3f-a36b-ccbe3b10d24a" providerId="ADAL" clId="{9CD05440-407D-459A-95BE-402CB22D2668}" dt="2026-05-04T22:43:25.052" v="3471" actId="26606"/>
          <ac:grpSpMkLst>
            <pc:docMk/>
            <pc:sldMk cId="0" sldId="257"/>
            <ac:grpSpMk id="105" creationId="{F3842748-48B5-4DD0-A06A-A31C74024A99}"/>
          </ac:grpSpMkLst>
        </pc:grpChg>
        <pc:cxnChg chg="add del">
          <ac:chgData name="Melone, Donald D." userId="a9175ad5-2d00-4b3f-a36b-ccbe3b10d24a" providerId="ADAL" clId="{9CD05440-407D-459A-95BE-402CB22D2668}" dt="2026-05-04T21:47:53.776" v="2112" actId="26606"/>
          <ac:cxnSpMkLst>
            <pc:docMk/>
            <pc:sldMk cId="0" sldId="257"/>
            <ac:cxnSpMk id="35" creationId="{486F4EBC-E415-40E4-A8BA-BA66F0B632CB}"/>
          </ac:cxnSpMkLst>
        </pc:cxnChg>
      </pc:sldChg>
      <pc:sldChg chg="addSp delSp modSp mod setBg setClrOvrMap">
        <pc:chgData name="Melone, Donald D." userId="a9175ad5-2d00-4b3f-a36b-ccbe3b10d24a" providerId="ADAL" clId="{9CD05440-407D-459A-95BE-402CB22D2668}" dt="2026-05-04T22:14:11.029" v="2360" actId="20577"/>
        <pc:sldMkLst>
          <pc:docMk/>
          <pc:sldMk cId="0" sldId="258"/>
        </pc:sldMkLst>
        <pc:spChg chg="mod">
          <ac:chgData name="Melone, Donald D." userId="a9175ad5-2d00-4b3f-a36b-ccbe3b10d24a" providerId="ADAL" clId="{9CD05440-407D-459A-95BE-402CB22D2668}" dt="2026-05-04T22:11:45.067" v="2330" actId="26606"/>
          <ac:spMkLst>
            <pc:docMk/>
            <pc:sldMk cId="0" sldId="258"/>
            <ac:spMk id="2" creationId="{00000000-0000-0000-0000-000000000000}"/>
          </ac:spMkLst>
        </pc:spChg>
        <pc:spChg chg="mod">
          <ac:chgData name="Melone, Donald D." userId="a9175ad5-2d00-4b3f-a36b-ccbe3b10d24a" providerId="ADAL" clId="{9CD05440-407D-459A-95BE-402CB22D2668}" dt="2026-05-04T22:14:11.029" v="2360" actId="20577"/>
          <ac:spMkLst>
            <pc:docMk/>
            <pc:sldMk cId="0" sldId="258"/>
            <ac:spMk id="3" creationId="{00000000-0000-0000-0000-000000000000}"/>
          </ac:spMkLst>
        </pc:spChg>
        <pc:spChg chg="add del">
          <ac:chgData name="Melone, Donald D." userId="a9175ad5-2d00-4b3f-a36b-ccbe3b10d24a" providerId="ADAL" clId="{9CD05440-407D-459A-95BE-402CB22D2668}" dt="2026-05-04T21:30:43.941" v="1975" actId="26606"/>
          <ac:spMkLst>
            <pc:docMk/>
            <pc:sldMk cId="0" sldId="258"/>
            <ac:spMk id="9" creationId="{2FCD9B94-D70B-4446-85E5-ACD3904289CB}"/>
          </ac:spMkLst>
        </pc:spChg>
        <pc:spChg chg="add del">
          <ac:chgData name="Melone, Donald D." userId="a9175ad5-2d00-4b3f-a36b-ccbe3b10d24a" providerId="ADAL" clId="{9CD05440-407D-459A-95BE-402CB22D2668}" dt="2026-05-04T21:48:13.676" v="2120" actId="26606"/>
          <ac:spMkLst>
            <pc:docMk/>
            <pc:sldMk cId="0" sldId="258"/>
            <ac:spMk id="24" creationId="{55599FE3-8CCE-4364-9F89-0C11699C4F6A}"/>
          </ac:spMkLst>
        </pc:spChg>
        <pc:spChg chg="add del">
          <ac:chgData name="Melone, Donald D." userId="a9175ad5-2d00-4b3f-a36b-ccbe3b10d24a" providerId="ADAL" clId="{9CD05440-407D-459A-95BE-402CB22D2668}" dt="2026-05-04T22:11:45.067" v="2330" actId="26606"/>
          <ac:spMkLst>
            <pc:docMk/>
            <pc:sldMk cId="0" sldId="258"/>
            <ac:spMk id="29" creationId="{6CA4EC59-B8A3-489A-9FB4-AA0699200E65}"/>
          </ac:spMkLst>
        </pc:spChg>
        <pc:spChg chg="add del">
          <ac:chgData name="Melone, Donald D." userId="a9175ad5-2d00-4b3f-a36b-ccbe3b10d24a" providerId="ADAL" clId="{9CD05440-407D-459A-95BE-402CB22D2668}" dt="2026-05-04T22:11:45.067" v="2330" actId="26606"/>
          <ac:spMkLst>
            <pc:docMk/>
            <pc:sldMk cId="0" sldId="258"/>
            <ac:spMk id="31" creationId="{1143E968-E203-496D-A1AD-2EA10AB3E786}"/>
          </ac:spMkLst>
        </pc:spChg>
        <pc:spChg chg="add">
          <ac:chgData name="Melone, Donald D." userId="a9175ad5-2d00-4b3f-a36b-ccbe3b10d24a" providerId="ADAL" clId="{9CD05440-407D-459A-95BE-402CB22D2668}" dt="2026-05-04T22:11:45.067" v="2330" actId="26606"/>
          <ac:spMkLst>
            <pc:docMk/>
            <pc:sldMk cId="0" sldId="258"/>
            <ac:spMk id="44" creationId="{6AD30037-67ED-4367-9BE0-45787510BF13}"/>
          </ac:spMkLst>
        </pc:spChg>
        <pc:grpChg chg="add del">
          <ac:chgData name="Melone, Donald D." userId="a9175ad5-2d00-4b3f-a36b-ccbe3b10d24a" providerId="ADAL" clId="{9CD05440-407D-459A-95BE-402CB22D2668}" dt="2026-05-04T21:48:13.676" v="2120" actId="26606"/>
          <ac:grpSpMkLst>
            <pc:docMk/>
            <pc:sldMk cId="0" sldId="258"/>
            <ac:grpSpMk id="16" creationId="{E4C39A5A-6D63-4FAC-B6C2-D37778B97ACD}"/>
          </ac:grpSpMkLst>
        </pc:grpChg>
        <pc:grpChg chg="add del">
          <ac:chgData name="Melone, Donald D." userId="a9175ad5-2d00-4b3f-a36b-ccbe3b10d24a" providerId="ADAL" clId="{9CD05440-407D-459A-95BE-402CB22D2668}" dt="2026-05-04T22:11:45.067" v="2330" actId="26606"/>
          <ac:grpSpMkLst>
            <pc:docMk/>
            <pc:sldMk cId="0" sldId="258"/>
            <ac:grpSpMk id="33" creationId="{FBB3444A-472E-400E-81D0-7CCDEEECC9C3}"/>
          </ac:grpSpMkLst>
        </pc:grpChg>
        <pc:grpChg chg="add">
          <ac:chgData name="Melone, Donald D." userId="a9175ad5-2d00-4b3f-a36b-ccbe3b10d24a" providerId="ADAL" clId="{9CD05440-407D-459A-95BE-402CB22D2668}" dt="2026-05-04T22:11:45.067" v="2330" actId="26606"/>
          <ac:grpSpMkLst>
            <pc:docMk/>
            <pc:sldMk cId="0" sldId="258"/>
            <ac:grpSpMk id="46" creationId="{50841A4E-5BC1-44B4-83CF-D524E8AEAD64}"/>
          </ac:grpSpMkLst>
        </pc:grpChg>
        <pc:picChg chg="add mod ord">
          <ac:chgData name="Melone, Donald D." userId="a9175ad5-2d00-4b3f-a36b-ccbe3b10d24a" providerId="ADAL" clId="{9CD05440-407D-459A-95BE-402CB22D2668}" dt="2026-05-04T22:11:45.067" v="2330" actId="26606"/>
          <ac:picMkLst>
            <pc:docMk/>
            <pc:sldMk cId="0" sldId="258"/>
            <ac:picMk id="5" creationId="{76FB679A-B205-FE57-CADB-87E23E79295C}"/>
          </ac:picMkLst>
        </pc:picChg>
        <pc:cxnChg chg="add del">
          <ac:chgData name="Melone, Donald D." userId="a9175ad5-2d00-4b3f-a36b-ccbe3b10d24a" providerId="ADAL" clId="{9CD05440-407D-459A-95BE-402CB22D2668}" dt="2026-05-04T21:30:43.941" v="1975" actId="26606"/>
          <ac:cxnSpMkLst>
            <pc:docMk/>
            <pc:sldMk cId="0" sldId="258"/>
            <ac:cxnSpMk id="11" creationId="{3378FF8B-3743-48E1-88E3-F4CADB3DECE5}"/>
          </ac:cxnSpMkLst>
        </pc:cxnChg>
      </pc:sldChg>
      <pc:sldChg chg="addSp delSp modSp del mod setBg setClrOvrMap">
        <pc:chgData name="Melone, Donald D." userId="a9175ad5-2d00-4b3f-a36b-ccbe3b10d24a" providerId="ADAL" clId="{9CD05440-407D-459A-95BE-402CB22D2668}" dt="2026-05-04T22:12:09.844" v="2331" actId="2696"/>
        <pc:sldMkLst>
          <pc:docMk/>
          <pc:sldMk cId="0" sldId="259"/>
        </pc:sldMkLst>
        <pc:spChg chg="mod">
          <ac:chgData name="Melone, Donald D." userId="a9175ad5-2d00-4b3f-a36b-ccbe3b10d24a" providerId="ADAL" clId="{9CD05440-407D-459A-95BE-402CB22D2668}" dt="2026-05-04T21:51:55.631" v="2148" actId="26606"/>
          <ac:spMkLst>
            <pc:docMk/>
            <pc:sldMk cId="0" sldId="259"/>
            <ac:spMk id="2" creationId="{00000000-0000-0000-0000-000000000000}"/>
          </ac:spMkLst>
        </pc:spChg>
        <pc:spChg chg="mod">
          <ac:chgData name="Melone, Donald D." userId="a9175ad5-2d00-4b3f-a36b-ccbe3b10d24a" providerId="ADAL" clId="{9CD05440-407D-459A-95BE-402CB22D2668}" dt="2026-05-04T21:51:55.631" v="2148" actId="26606"/>
          <ac:spMkLst>
            <pc:docMk/>
            <pc:sldMk cId="0" sldId="259"/>
            <ac:spMk id="3" creationId="{00000000-0000-0000-0000-000000000000}"/>
          </ac:spMkLst>
        </pc:spChg>
        <pc:spChg chg="add del">
          <ac:chgData name="Melone, Donald D." userId="a9175ad5-2d00-4b3f-a36b-ccbe3b10d24a" providerId="ADAL" clId="{9CD05440-407D-459A-95BE-402CB22D2668}" dt="2026-05-04T21:51:55.631" v="2148" actId="26606"/>
          <ac:spMkLst>
            <pc:docMk/>
            <pc:sldMk cId="0" sldId="259"/>
            <ac:spMk id="12" creationId="{6AD30037-67ED-4367-9BE0-45787510BF13}"/>
          </ac:spMkLst>
        </pc:spChg>
        <pc:spChg chg="add del">
          <ac:chgData name="Melone, Donald D." userId="a9175ad5-2d00-4b3f-a36b-ccbe3b10d24a" providerId="ADAL" clId="{9CD05440-407D-459A-95BE-402CB22D2668}" dt="2026-05-04T21:48:58.323" v="2130" actId="26606"/>
          <ac:spMkLst>
            <pc:docMk/>
            <pc:sldMk cId="0" sldId="259"/>
            <ac:spMk id="22" creationId="{2FCD9B94-D70B-4446-85E5-ACD3904289CB}"/>
          </ac:spMkLst>
        </pc:spChg>
        <pc:spChg chg="add del">
          <ac:chgData name="Melone, Donald D." userId="a9175ad5-2d00-4b3f-a36b-ccbe3b10d24a" providerId="ADAL" clId="{9CD05440-407D-459A-95BE-402CB22D2668}" dt="2026-05-04T21:49:06.272" v="2132" actId="26606"/>
          <ac:spMkLst>
            <pc:docMk/>
            <pc:sldMk cId="0" sldId="259"/>
            <ac:spMk id="23" creationId="{2FCD9B94-D70B-4446-85E5-ACD3904289CB}"/>
          </ac:spMkLst>
        </pc:spChg>
        <pc:spChg chg="add del">
          <ac:chgData name="Melone, Donald D." userId="a9175ad5-2d00-4b3f-a36b-ccbe3b10d24a" providerId="ADAL" clId="{9CD05440-407D-459A-95BE-402CB22D2668}" dt="2026-05-04T21:48:33.238" v="2124" actId="26606"/>
          <ac:spMkLst>
            <pc:docMk/>
            <pc:sldMk cId="0" sldId="259"/>
            <ac:spMk id="25" creationId="{2FCD9B94-D70B-4446-85E5-ACD3904289CB}"/>
          </ac:spMkLst>
        </pc:spChg>
        <pc:spChg chg="add del">
          <ac:chgData name="Melone, Donald D." userId="a9175ad5-2d00-4b3f-a36b-ccbe3b10d24a" providerId="ADAL" clId="{9CD05440-407D-459A-95BE-402CB22D2668}" dt="2026-05-04T21:50:56.167" v="2140" actId="26606"/>
          <ac:spMkLst>
            <pc:docMk/>
            <pc:sldMk cId="0" sldId="259"/>
            <ac:spMk id="26" creationId="{2FCD9B94-D70B-4446-85E5-ACD3904289CB}"/>
          </ac:spMkLst>
        </pc:spChg>
        <pc:spChg chg="add del">
          <ac:chgData name="Melone, Donald D." userId="a9175ad5-2d00-4b3f-a36b-ccbe3b10d24a" providerId="ADAL" clId="{9CD05440-407D-459A-95BE-402CB22D2668}" dt="2026-05-04T21:48:36.233" v="2126" actId="26606"/>
          <ac:spMkLst>
            <pc:docMk/>
            <pc:sldMk cId="0" sldId="259"/>
            <ac:spMk id="30" creationId="{85428F22-76B3-4107-AADE-3F9EC95FD325}"/>
          </ac:spMkLst>
        </pc:spChg>
        <pc:spChg chg="add del">
          <ac:chgData name="Melone, Donald D." userId="a9175ad5-2d00-4b3f-a36b-ccbe3b10d24a" providerId="ADAL" clId="{9CD05440-407D-459A-95BE-402CB22D2668}" dt="2026-05-04T21:51:41.882" v="2147" actId="26606"/>
          <ac:spMkLst>
            <pc:docMk/>
            <pc:sldMk cId="0" sldId="259"/>
            <ac:spMk id="36" creationId="{6CA4EC59-B8A3-489A-9FB4-AA0699200E65}"/>
          </ac:spMkLst>
        </pc:spChg>
        <pc:spChg chg="add del">
          <ac:chgData name="Melone, Donald D." userId="a9175ad5-2d00-4b3f-a36b-ccbe3b10d24a" providerId="ADAL" clId="{9CD05440-407D-459A-95BE-402CB22D2668}" dt="2026-05-04T21:51:41.882" v="2147" actId="26606"/>
          <ac:spMkLst>
            <pc:docMk/>
            <pc:sldMk cId="0" sldId="259"/>
            <ac:spMk id="37" creationId="{1143E968-E203-496D-A1AD-2EA10AB3E786}"/>
          </ac:spMkLst>
        </pc:spChg>
        <pc:spChg chg="add">
          <ac:chgData name="Melone, Donald D." userId="a9175ad5-2d00-4b3f-a36b-ccbe3b10d24a" providerId="ADAL" clId="{9CD05440-407D-459A-95BE-402CB22D2668}" dt="2026-05-04T21:51:55.631" v="2148" actId="26606"/>
          <ac:spMkLst>
            <pc:docMk/>
            <pc:sldMk cId="0" sldId="259"/>
            <ac:spMk id="41" creationId="{6AD30037-67ED-4367-9BE0-45787510BF13}"/>
          </ac:spMkLst>
        </pc:spChg>
        <pc:spChg chg="add">
          <ac:chgData name="Melone, Donald D." userId="a9175ad5-2d00-4b3f-a36b-ccbe3b10d24a" providerId="ADAL" clId="{9CD05440-407D-459A-95BE-402CB22D2668}" dt="2026-05-04T21:51:55.631" v="2148" actId="26606"/>
          <ac:spMkLst>
            <pc:docMk/>
            <pc:sldMk cId="0" sldId="259"/>
            <ac:spMk id="42" creationId="{AAAE29C6-F6DD-4D29-805A-6C214EA9C040}"/>
          </ac:spMkLst>
        </pc:spChg>
        <pc:grpChg chg="add del">
          <ac:chgData name="Melone, Donald D." userId="a9175ad5-2d00-4b3f-a36b-ccbe3b10d24a" providerId="ADAL" clId="{9CD05440-407D-459A-95BE-402CB22D2668}" dt="2026-05-04T21:51:55.631" v="2148" actId="26606"/>
          <ac:grpSpMkLst>
            <pc:docMk/>
            <pc:sldMk cId="0" sldId="259"/>
            <ac:grpSpMk id="14" creationId="{50841A4E-5BC1-44B4-83CF-D524E8AEAD64}"/>
          </ac:grpSpMkLst>
        </pc:grpChg>
        <pc:grpChg chg="add del">
          <ac:chgData name="Melone, Donald D." userId="a9175ad5-2d00-4b3f-a36b-ccbe3b10d24a" providerId="ADAL" clId="{9CD05440-407D-459A-95BE-402CB22D2668}" dt="2026-05-04T21:51:41.882" v="2147" actId="26606"/>
          <ac:grpSpMkLst>
            <pc:docMk/>
            <pc:sldMk cId="0" sldId="259"/>
            <ac:grpSpMk id="29" creationId="{FBB3444A-472E-400E-81D0-7CCDEEECC9C3}"/>
          </ac:grpSpMkLst>
        </pc:grpChg>
        <pc:grpChg chg="add del">
          <ac:chgData name="Melone, Donald D." userId="a9175ad5-2d00-4b3f-a36b-ccbe3b10d24a" providerId="ADAL" clId="{9CD05440-407D-459A-95BE-402CB22D2668}" dt="2026-05-04T21:48:36.233" v="2126" actId="26606"/>
          <ac:grpSpMkLst>
            <pc:docMk/>
            <pc:sldMk cId="0" sldId="259"/>
            <ac:grpSpMk id="31" creationId="{78326E10-C8CB-487F-A110-F861268DE619}"/>
          </ac:grpSpMkLst>
        </pc:grpChg>
        <pc:grpChg chg="add del">
          <ac:chgData name="Melone, Donald D." userId="a9175ad5-2d00-4b3f-a36b-ccbe3b10d24a" providerId="ADAL" clId="{9CD05440-407D-459A-95BE-402CB22D2668}" dt="2026-05-04T21:48:36.233" v="2126" actId="26606"/>
          <ac:grpSpMkLst>
            <pc:docMk/>
            <pc:sldMk cId="0" sldId="259"/>
            <ac:grpSpMk id="38" creationId="{5346FBCF-5353-4172-96F5-4B7EB07777C4}"/>
          </ac:grpSpMkLst>
        </pc:grpChg>
        <pc:grpChg chg="add">
          <ac:chgData name="Melone, Donald D." userId="a9175ad5-2d00-4b3f-a36b-ccbe3b10d24a" providerId="ADAL" clId="{9CD05440-407D-459A-95BE-402CB22D2668}" dt="2026-05-04T21:51:55.631" v="2148" actId="26606"/>
          <ac:grpSpMkLst>
            <pc:docMk/>
            <pc:sldMk cId="0" sldId="259"/>
            <ac:grpSpMk id="43" creationId="{50841A4E-5BC1-44B4-83CF-D524E8AEAD64}"/>
          </ac:grpSpMkLst>
        </pc:grpChg>
        <pc:picChg chg="mod ord modCrop">
          <ac:chgData name="Melone, Donald D." userId="a9175ad5-2d00-4b3f-a36b-ccbe3b10d24a" providerId="ADAL" clId="{9CD05440-407D-459A-95BE-402CB22D2668}" dt="2026-05-04T21:51:55.631" v="2148" actId="26606"/>
          <ac:picMkLst>
            <pc:docMk/>
            <pc:sldMk cId="0" sldId="259"/>
            <ac:picMk id="7" creationId="{D36E93FB-504C-08E3-69BF-4758178CDEB6}"/>
          </ac:picMkLst>
        </pc:picChg>
        <pc:cxnChg chg="add del">
          <ac:chgData name="Melone, Donald D." userId="a9175ad5-2d00-4b3f-a36b-ccbe3b10d24a" providerId="ADAL" clId="{9CD05440-407D-459A-95BE-402CB22D2668}" dt="2026-05-04T21:49:06.272" v="2132" actId="26606"/>
          <ac:cxnSpMkLst>
            <pc:docMk/>
            <pc:sldMk cId="0" sldId="259"/>
            <ac:cxnSpMk id="24" creationId="{3378FF8B-3743-48E1-88E3-F4CADB3DECE5}"/>
          </ac:cxnSpMkLst>
        </pc:cxnChg>
        <pc:cxnChg chg="add del">
          <ac:chgData name="Melone, Donald D." userId="a9175ad5-2d00-4b3f-a36b-ccbe3b10d24a" providerId="ADAL" clId="{9CD05440-407D-459A-95BE-402CB22D2668}" dt="2026-05-04T21:48:33.238" v="2124" actId="26606"/>
          <ac:cxnSpMkLst>
            <pc:docMk/>
            <pc:sldMk cId="0" sldId="259"/>
            <ac:cxnSpMk id="27" creationId="{3378FF8B-3743-48E1-88E3-F4CADB3DECE5}"/>
          </ac:cxnSpMkLst>
        </pc:cxnChg>
        <pc:cxnChg chg="add del">
          <ac:chgData name="Melone, Donald D." userId="a9175ad5-2d00-4b3f-a36b-ccbe3b10d24a" providerId="ADAL" clId="{9CD05440-407D-459A-95BE-402CB22D2668}" dt="2026-05-04T21:50:56.167" v="2140" actId="26606"/>
          <ac:cxnSpMkLst>
            <pc:docMk/>
            <pc:sldMk cId="0" sldId="259"/>
            <ac:cxnSpMk id="28" creationId="{3378FF8B-3743-48E1-88E3-F4CADB3DECE5}"/>
          </ac:cxnSpMkLst>
        </pc:cxnChg>
      </pc:sldChg>
      <pc:sldChg chg="addSp delSp modSp mod setBg setClrOvrMap">
        <pc:chgData name="Melone, Donald D." userId="a9175ad5-2d00-4b3f-a36b-ccbe3b10d24a" providerId="ADAL" clId="{9CD05440-407D-459A-95BE-402CB22D2668}" dt="2026-05-04T22:44:46.398" v="3476" actId="14826"/>
        <pc:sldMkLst>
          <pc:docMk/>
          <pc:sldMk cId="0" sldId="260"/>
        </pc:sldMkLst>
        <pc:spChg chg="mod ord">
          <ac:chgData name="Melone, Donald D." userId="a9175ad5-2d00-4b3f-a36b-ccbe3b10d24a" providerId="ADAL" clId="{9CD05440-407D-459A-95BE-402CB22D2668}" dt="2026-05-04T22:44:09.442" v="3475" actId="26606"/>
          <ac:spMkLst>
            <pc:docMk/>
            <pc:sldMk cId="0" sldId="260"/>
            <ac:spMk id="2" creationId="{00000000-0000-0000-0000-000000000000}"/>
          </ac:spMkLst>
        </pc:spChg>
        <pc:spChg chg="del mod">
          <ac:chgData name="Melone, Donald D." userId="a9175ad5-2d00-4b3f-a36b-ccbe3b10d24a" providerId="ADAL" clId="{9CD05440-407D-459A-95BE-402CB22D2668}" dt="2026-05-04T22:43:54.545" v="3474" actId="26606"/>
          <ac:spMkLst>
            <pc:docMk/>
            <pc:sldMk cId="0" sldId="260"/>
            <ac:spMk id="3" creationId="{00000000-0000-0000-0000-000000000000}"/>
          </ac:spMkLst>
        </pc:spChg>
        <pc:spChg chg="add del">
          <ac:chgData name="Melone, Donald D." userId="a9175ad5-2d00-4b3f-a36b-ccbe3b10d24a" providerId="ADAL" clId="{9CD05440-407D-459A-95BE-402CB22D2668}" dt="2026-05-04T21:47:18.725" v="2110" actId="26606"/>
          <ac:spMkLst>
            <pc:docMk/>
            <pc:sldMk cId="0" sldId="260"/>
            <ac:spMk id="9" creationId="{85428F22-76B3-4107-AADE-3F9EC95FD325}"/>
          </ac:spMkLst>
        </pc:spChg>
        <pc:spChg chg="add del">
          <ac:chgData name="Melone, Donald D." userId="a9175ad5-2d00-4b3f-a36b-ccbe3b10d24a" providerId="ADAL" clId="{9CD05440-407D-459A-95BE-402CB22D2668}" dt="2026-05-04T21:52:03.493" v="2149" actId="26606"/>
          <ac:spMkLst>
            <pc:docMk/>
            <pc:sldMk cId="0" sldId="260"/>
            <ac:spMk id="26" creationId="{6AD30037-67ED-4367-9BE0-45787510BF13}"/>
          </ac:spMkLst>
        </pc:spChg>
        <pc:spChg chg="add del">
          <ac:chgData name="Melone, Donald D." userId="a9175ad5-2d00-4b3f-a36b-ccbe3b10d24a" providerId="ADAL" clId="{9CD05440-407D-459A-95BE-402CB22D2668}" dt="2026-05-04T21:52:03.493" v="2149" actId="26606"/>
          <ac:spMkLst>
            <pc:docMk/>
            <pc:sldMk cId="0" sldId="260"/>
            <ac:spMk id="28" creationId="{AAAE29C6-F6DD-4D29-805A-6C214EA9C040}"/>
          </ac:spMkLst>
        </pc:spChg>
        <pc:spChg chg="add del">
          <ac:chgData name="Melone, Donald D." userId="a9175ad5-2d00-4b3f-a36b-ccbe3b10d24a" providerId="ADAL" clId="{9CD05440-407D-459A-95BE-402CB22D2668}" dt="2026-05-04T22:43:54.545" v="3474" actId="26606"/>
          <ac:spMkLst>
            <pc:docMk/>
            <pc:sldMk cId="0" sldId="260"/>
            <ac:spMk id="41" creationId="{2FCD9B94-D70B-4446-85E5-ACD3904289CB}"/>
          </ac:spMkLst>
        </pc:spChg>
        <pc:spChg chg="add del">
          <ac:chgData name="Melone, Donald D." userId="a9175ad5-2d00-4b3f-a36b-ccbe3b10d24a" providerId="ADAL" clId="{9CD05440-407D-459A-95BE-402CB22D2668}" dt="2026-05-04T22:43:54.534" v="3473" actId="26606"/>
          <ac:spMkLst>
            <pc:docMk/>
            <pc:sldMk cId="0" sldId="260"/>
            <ac:spMk id="48" creationId="{2FCD9B94-D70B-4446-85E5-ACD3904289CB}"/>
          </ac:spMkLst>
        </pc:spChg>
        <pc:spChg chg="add del">
          <ac:chgData name="Melone, Donald D." userId="a9175ad5-2d00-4b3f-a36b-ccbe3b10d24a" providerId="ADAL" clId="{9CD05440-407D-459A-95BE-402CB22D2668}" dt="2026-05-04T22:44:09.442" v="3475" actId="26606"/>
          <ac:spMkLst>
            <pc:docMk/>
            <pc:sldMk cId="0" sldId="260"/>
            <ac:spMk id="52" creationId="{2FCD9B94-D70B-4446-85E5-ACD3904289CB}"/>
          </ac:spMkLst>
        </pc:spChg>
        <pc:spChg chg="add">
          <ac:chgData name="Melone, Donald D." userId="a9175ad5-2d00-4b3f-a36b-ccbe3b10d24a" providerId="ADAL" clId="{9CD05440-407D-459A-95BE-402CB22D2668}" dt="2026-05-04T22:44:09.442" v="3475" actId="26606"/>
          <ac:spMkLst>
            <pc:docMk/>
            <pc:sldMk cId="0" sldId="260"/>
            <ac:spMk id="58" creationId="{85428F22-76B3-4107-AADE-3F9EC95FD325}"/>
          </ac:spMkLst>
        </pc:spChg>
        <pc:grpChg chg="add del">
          <ac:chgData name="Melone, Donald D." userId="a9175ad5-2d00-4b3f-a36b-ccbe3b10d24a" providerId="ADAL" clId="{9CD05440-407D-459A-95BE-402CB22D2668}" dt="2026-05-04T21:47:18.725" v="2110" actId="26606"/>
          <ac:grpSpMkLst>
            <pc:docMk/>
            <pc:sldMk cId="0" sldId="260"/>
            <ac:grpSpMk id="11" creationId="{5346FBCF-5353-4172-96F5-4B7EB07777C4}"/>
          </ac:grpSpMkLst>
        </pc:grpChg>
        <pc:grpChg chg="add del">
          <ac:chgData name="Melone, Donald D." userId="a9175ad5-2d00-4b3f-a36b-ccbe3b10d24a" providerId="ADAL" clId="{9CD05440-407D-459A-95BE-402CB22D2668}" dt="2026-05-04T21:47:18.725" v="2110" actId="26606"/>
          <ac:grpSpMkLst>
            <pc:docMk/>
            <pc:sldMk cId="0" sldId="260"/>
            <ac:grpSpMk id="15" creationId="{78326E10-C8CB-487F-A110-F861268DE619}"/>
          </ac:grpSpMkLst>
        </pc:grpChg>
        <pc:grpChg chg="add del">
          <ac:chgData name="Melone, Donald D." userId="a9175ad5-2d00-4b3f-a36b-ccbe3b10d24a" providerId="ADAL" clId="{9CD05440-407D-459A-95BE-402CB22D2668}" dt="2026-05-04T21:52:03.493" v="2149" actId="26606"/>
          <ac:grpSpMkLst>
            <pc:docMk/>
            <pc:sldMk cId="0" sldId="260"/>
            <ac:grpSpMk id="30" creationId="{50841A4E-5BC1-44B4-83CF-D524E8AEAD64}"/>
          </ac:grpSpMkLst>
        </pc:grpChg>
        <pc:grpChg chg="add">
          <ac:chgData name="Melone, Donald D." userId="a9175ad5-2d00-4b3f-a36b-ccbe3b10d24a" providerId="ADAL" clId="{9CD05440-407D-459A-95BE-402CB22D2668}" dt="2026-05-04T22:44:09.442" v="3475" actId="26606"/>
          <ac:grpSpMkLst>
            <pc:docMk/>
            <pc:sldMk cId="0" sldId="260"/>
            <ac:grpSpMk id="60" creationId="{5346FBCF-5353-4172-96F5-4B7EB07777C4}"/>
          </ac:grpSpMkLst>
        </pc:grpChg>
        <pc:grpChg chg="add">
          <ac:chgData name="Melone, Donald D." userId="a9175ad5-2d00-4b3f-a36b-ccbe3b10d24a" providerId="ADAL" clId="{9CD05440-407D-459A-95BE-402CB22D2668}" dt="2026-05-04T22:44:09.442" v="3475" actId="26606"/>
          <ac:grpSpMkLst>
            <pc:docMk/>
            <pc:sldMk cId="0" sldId="260"/>
            <ac:grpSpMk id="64" creationId="{78326E10-C8CB-487F-A110-F861268DE619}"/>
          </ac:grpSpMkLst>
        </pc:grpChg>
        <pc:graphicFrameChg chg="add mod modGraphic">
          <ac:chgData name="Melone, Donald D." userId="a9175ad5-2d00-4b3f-a36b-ccbe3b10d24a" providerId="ADAL" clId="{9CD05440-407D-459A-95BE-402CB22D2668}" dt="2026-05-04T22:44:09.442" v="3475" actId="26606"/>
          <ac:graphicFrameMkLst>
            <pc:docMk/>
            <pc:sldMk cId="0" sldId="260"/>
            <ac:graphicFrameMk id="45" creationId="{0C1D5462-8CD3-5C33-D07C-420387719035}"/>
          </ac:graphicFrameMkLst>
        </pc:graphicFrameChg>
        <pc:picChg chg="add mod ord">
          <ac:chgData name="Melone, Donald D." userId="a9175ad5-2d00-4b3f-a36b-ccbe3b10d24a" providerId="ADAL" clId="{9CD05440-407D-459A-95BE-402CB22D2668}" dt="2026-05-04T22:44:46.398" v="3476" actId="14826"/>
          <ac:picMkLst>
            <pc:docMk/>
            <pc:sldMk cId="0" sldId="260"/>
            <ac:picMk id="5" creationId="{DE88F13C-4B6C-949A-88AD-542537F2042A}"/>
          </ac:picMkLst>
        </pc:picChg>
        <pc:cxnChg chg="add del">
          <ac:chgData name="Melone, Donald D." userId="a9175ad5-2d00-4b3f-a36b-ccbe3b10d24a" providerId="ADAL" clId="{9CD05440-407D-459A-95BE-402CB22D2668}" dt="2026-05-04T22:43:54.545" v="3474" actId="26606"/>
          <ac:cxnSpMkLst>
            <pc:docMk/>
            <pc:sldMk cId="0" sldId="260"/>
            <ac:cxnSpMk id="43" creationId="{3378FF8B-3743-48E1-88E3-F4CADB3DECE5}"/>
          </ac:cxnSpMkLst>
        </pc:cxnChg>
        <pc:cxnChg chg="add del">
          <ac:chgData name="Melone, Donald D." userId="a9175ad5-2d00-4b3f-a36b-ccbe3b10d24a" providerId="ADAL" clId="{9CD05440-407D-459A-95BE-402CB22D2668}" dt="2026-05-04T22:43:54.534" v="3473" actId="26606"/>
          <ac:cxnSpMkLst>
            <pc:docMk/>
            <pc:sldMk cId="0" sldId="260"/>
            <ac:cxnSpMk id="50" creationId="{3378FF8B-3743-48E1-88E3-F4CADB3DECE5}"/>
          </ac:cxnSpMkLst>
        </pc:cxnChg>
        <pc:cxnChg chg="add del">
          <ac:chgData name="Melone, Donald D." userId="a9175ad5-2d00-4b3f-a36b-ccbe3b10d24a" providerId="ADAL" clId="{9CD05440-407D-459A-95BE-402CB22D2668}" dt="2026-05-04T22:44:09.442" v="3475" actId="26606"/>
          <ac:cxnSpMkLst>
            <pc:docMk/>
            <pc:sldMk cId="0" sldId="260"/>
            <ac:cxnSpMk id="53" creationId="{3378FF8B-3743-48E1-88E3-F4CADB3DECE5}"/>
          </ac:cxnSpMkLst>
        </pc:cxnChg>
      </pc:sldChg>
      <pc:sldChg chg="addSp delSp modSp mod setBg">
        <pc:chgData name="Melone, Donald D." userId="a9175ad5-2d00-4b3f-a36b-ccbe3b10d24a" providerId="ADAL" clId="{9CD05440-407D-459A-95BE-402CB22D2668}" dt="2026-05-04T22:13:44.391" v="2357" actId="1036"/>
        <pc:sldMkLst>
          <pc:docMk/>
          <pc:sldMk cId="0" sldId="261"/>
        </pc:sldMkLst>
        <pc:spChg chg="mod">
          <ac:chgData name="Melone, Donald D." userId="a9175ad5-2d00-4b3f-a36b-ccbe3b10d24a" providerId="ADAL" clId="{9CD05440-407D-459A-95BE-402CB22D2668}" dt="2026-05-04T21:52:25.941" v="2153" actId="26606"/>
          <ac:spMkLst>
            <pc:docMk/>
            <pc:sldMk cId="0" sldId="261"/>
            <ac:spMk id="2" creationId="{00000000-0000-0000-0000-000000000000}"/>
          </ac:spMkLst>
        </pc:spChg>
        <pc:spChg chg="add del mod">
          <ac:chgData name="Melone, Donald D." userId="a9175ad5-2d00-4b3f-a36b-ccbe3b10d24a" providerId="ADAL" clId="{9CD05440-407D-459A-95BE-402CB22D2668}" dt="2026-05-04T21:35:16.876" v="2034" actId="26606"/>
          <ac:spMkLst>
            <pc:docMk/>
            <pc:sldMk cId="0" sldId="261"/>
            <ac:spMk id="3" creationId="{00000000-0000-0000-0000-000000000000}"/>
          </ac:spMkLst>
        </pc:spChg>
        <pc:spChg chg="add del">
          <ac:chgData name="Melone, Donald D." userId="a9175ad5-2d00-4b3f-a36b-ccbe3b10d24a" providerId="ADAL" clId="{9CD05440-407D-459A-95BE-402CB22D2668}" dt="2026-05-04T21:31:50.864" v="1984" actId="26606"/>
          <ac:spMkLst>
            <pc:docMk/>
            <pc:sldMk cId="0" sldId="261"/>
            <ac:spMk id="9" creationId="{94C52C56-BEF2-4E22-8C8E-A7AC96B03A72}"/>
          </ac:spMkLst>
        </pc:spChg>
        <pc:spChg chg="add del">
          <ac:chgData name="Melone, Donald D." userId="a9175ad5-2d00-4b3f-a36b-ccbe3b10d24a" providerId="ADAL" clId="{9CD05440-407D-459A-95BE-402CB22D2668}" dt="2026-05-04T21:31:50.864" v="1984" actId="26606"/>
          <ac:spMkLst>
            <pc:docMk/>
            <pc:sldMk cId="0" sldId="261"/>
            <ac:spMk id="11" creationId="{42285737-90EE-47DC-AC80-8AE156B11969}"/>
          </ac:spMkLst>
        </pc:spChg>
        <pc:spChg chg="add del">
          <ac:chgData name="Melone, Donald D." userId="a9175ad5-2d00-4b3f-a36b-ccbe3b10d24a" providerId="ADAL" clId="{9CD05440-407D-459A-95BE-402CB22D2668}" dt="2026-05-04T21:52:22.933" v="2151" actId="26606"/>
          <ac:spMkLst>
            <pc:docMk/>
            <pc:sldMk cId="0" sldId="261"/>
            <ac:spMk id="12" creationId="{94C52C56-BEF2-4E22-8C8E-A7AC96B03A72}"/>
          </ac:spMkLst>
        </pc:spChg>
        <pc:spChg chg="add del">
          <ac:chgData name="Melone, Donald D." userId="a9175ad5-2d00-4b3f-a36b-ccbe3b10d24a" providerId="ADAL" clId="{9CD05440-407D-459A-95BE-402CB22D2668}" dt="2026-05-04T21:52:22.933" v="2151" actId="26606"/>
          <ac:spMkLst>
            <pc:docMk/>
            <pc:sldMk cId="0" sldId="261"/>
            <ac:spMk id="14" creationId="{42285737-90EE-47DC-AC80-8AE156B11969}"/>
          </ac:spMkLst>
        </pc:spChg>
        <pc:spChg chg="add del">
          <ac:chgData name="Melone, Donald D." userId="a9175ad5-2d00-4b3f-a36b-ccbe3b10d24a" providerId="ADAL" clId="{9CD05440-407D-459A-95BE-402CB22D2668}" dt="2026-05-04T21:52:25.941" v="2153" actId="26606"/>
          <ac:spMkLst>
            <pc:docMk/>
            <pc:sldMk cId="0" sldId="261"/>
            <ac:spMk id="15" creationId="{94C52C56-BEF2-4E22-8C8E-A7AC96B03A72}"/>
          </ac:spMkLst>
        </pc:spChg>
        <pc:spChg chg="add del">
          <ac:chgData name="Melone, Donald D." userId="a9175ad5-2d00-4b3f-a36b-ccbe3b10d24a" providerId="ADAL" clId="{9CD05440-407D-459A-95BE-402CB22D2668}" dt="2026-05-04T21:52:25.941" v="2153" actId="26606"/>
          <ac:spMkLst>
            <pc:docMk/>
            <pc:sldMk cId="0" sldId="261"/>
            <ac:spMk id="23" creationId="{42285737-90EE-47DC-AC80-8AE156B11969}"/>
          </ac:spMkLst>
        </pc:spChg>
        <pc:spChg chg="add del">
          <ac:chgData name="Melone, Donald D." userId="a9175ad5-2d00-4b3f-a36b-ccbe3b10d24a" providerId="ADAL" clId="{9CD05440-407D-459A-95BE-402CB22D2668}" dt="2026-05-04T21:32:57.905" v="1991" actId="26606"/>
          <ac:spMkLst>
            <pc:docMk/>
            <pc:sldMk cId="0" sldId="261"/>
            <ac:spMk id="26" creationId="{94C52C56-BEF2-4E22-8C8E-A7AC96B03A72}"/>
          </ac:spMkLst>
        </pc:spChg>
        <pc:spChg chg="add del">
          <ac:chgData name="Melone, Donald D." userId="a9175ad5-2d00-4b3f-a36b-ccbe3b10d24a" providerId="ADAL" clId="{9CD05440-407D-459A-95BE-402CB22D2668}" dt="2026-05-04T21:32:57.905" v="1991" actId="26606"/>
          <ac:spMkLst>
            <pc:docMk/>
            <pc:sldMk cId="0" sldId="261"/>
            <ac:spMk id="28" creationId="{42285737-90EE-47DC-AC80-8AE156B11969}"/>
          </ac:spMkLst>
        </pc:spChg>
        <pc:grpChg chg="add del">
          <ac:chgData name="Melone, Donald D." userId="a9175ad5-2d00-4b3f-a36b-ccbe3b10d24a" providerId="ADAL" clId="{9CD05440-407D-459A-95BE-402CB22D2668}" dt="2026-05-04T21:31:50.864" v="1984" actId="26606"/>
          <ac:grpSpMkLst>
            <pc:docMk/>
            <pc:sldMk cId="0" sldId="261"/>
            <ac:grpSpMk id="13" creationId="{B57BDC17-F1B3-455F-BBF1-680AA1F25C06}"/>
          </ac:grpSpMkLst>
        </pc:grpChg>
        <pc:grpChg chg="add del">
          <ac:chgData name="Melone, Donald D." userId="a9175ad5-2d00-4b3f-a36b-ccbe3b10d24a" providerId="ADAL" clId="{9CD05440-407D-459A-95BE-402CB22D2668}" dt="2026-05-04T21:52:22.933" v="2151" actId="26606"/>
          <ac:grpSpMkLst>
            <pc:docMk/>
            <pc:sldMk cId="0" sldId="261"/>
            <ac:grpSpMk id="16" creationId="{B57BDC17-F1B3-455F-BBF1-680AA1F25C06}"/>
          </ac:grpSpMkLst>
        </pc:grpChg>
        <pc:grpChg chg="add del">
          <ac:chgData name="Melone, Donald D." userId="a9175ad5-2d00-4b3f-a36b-ccbe3b10d24a" providerId="ADAL" clId="{9CD05440-407D-459A-95BE-402CB22D2668}" dt="2026-05-04T21:52:25.941" v="2153" actId="26606"/>
          <ac:grpSpMkLst>
            <pc:docMk/>
            <pc:sldMk cId="0" sldId="261"/>
            <ac:grpSpMk id="24" creationId="{B57BDC17-F1B3-455F-BBF1-680AA1F25C06}"/>
          </ac:grpSpMkLst>
        </pc:grpChg>
        <pc:grpChg chg="add del">
          <ac:chgData name="Melone, Donald D." userId="a9175ad5-2d00-4b3f-a36b-ccbe3b10d24a" providerId="ADAL" clId="{9CD05440-407D-459A-95BE-402CB22D2668}" dt="2026-05-04T21:32:57.905" v="1991" actId="26606"/>
          <ac:grpSpMkLst>
            <pc:docMk/>
            <pc:sldMk cId="0" sldId="261"/>
            <ac:grpSpMk id="30" creationId="{B57BDC17-F1B3-455F-BBF1-680AA1F25C06}"/>
          </ac:grpSpMkLst>
        </pc:grpChg>
        <pc:graphicFrameChg chg="add mod">
          <ac:chgData name="Melone, Donald D." userId="a9175ad5-2d00-4b3f-a36b-ccbe3b10d24a" providerId="ADAL" clId="{9CD05440-407D-459A-95BE-402CB22D2668}" dt="2026-05-04T22:13:44.391" v="2357" actId="1036"/>
          <ac:graphicFrameMkLst>
            <pc:docMk/>
            <pc:sldMk cId="0" sldId="261"/>
            <ac:graphicFrameMk id="4" creationId="{FC6DEE38-2315-2023-A983-AD2756A588CB}"/>
          </ac:graphicFrameMkLst>
        </pc:graphicFrameChg>
        <pc:graphicFrameChg chg="add del">
          <ac:chgData name="Melone, Donald D." userId="a9175ad5-2d00-4b3f-a36b-ccbe3b10d24a" providerId="ADAL" clId="{9CD05440-407D-459A-95BE-402CB22D2668}" dt="2026-05-04T21:31:45.409" v="1982" actId="26606"/>
          <ac:graphicFrameMkLst>
            <pc:docMk/>
            <pc:sldMk cId="0" sldId="261"/>
            <ac:graphicFrameMk id="5" creationId="{FB863B59-B177-531D-D54E-0A5253803FF3}"/>
          </ac:graphicFrameMkLst>
        </pc:graphicFrameChg>
        <pc:graphicFrameChg chg="add del">
          <ac:chgData name="Melone, Donald D." userId="a9175ad5-2d00-4b3f-a36b-ccbe3b10d24a" providerId="ADAL" clId="{9CD05440-407D-459A-95BE-402CB22D2668}" dt="2026-05-04T21:31:50.864" v="1984" actId="26606"/>
          <ac:graphicFrameMkLst>
            <pc:docMk/>
            <pc:sldMk cId="0" sldId="261"/>
            <ac:graphicFrameMk id="6" creationId="{7CC73B5E-7310-AEB5-A7F1-6251AD4D233B}"/>
          </ac:graphicFrameMkLst>
        </pc:graphicFrameChg>
        <pc:graphicFrameChg chg="add mod modGraphic">
          <ac:chgData name="Melone, Donald D." userId="a9175ad5-2d00-4b3f-a36b-ccbe3b10d24a" providerId="ADAL" clId="{9CD05440-407D-459A-95BE-402CB22D2668}" dt="2026-05-04T22:13:37.892" v="2355" actId="1036"/>
          <ac:graphicFrameMkLst>
            <pc:docMk/>
            <pc:sldMk cId="0" sldId="261"/>
            <ac:graphicFrameMk id="7" creationId="{60B5AF47-7C37-3785-DFDB-2B1F9B15B1AE}"/>
          </ac:graphicFrameMkLst>
        </pc:graphicFrameChg>
        <pc:graphicFrameChg chg="add del mod modGraphic">
          <ac:chgData name="Melone, Donald D." userId="a9175ad5-2d00-4b3f-a36b-ccbe3b10d24a" providerId="ADAL" clId="{9CD05440-407D-459A-95BE-402CB22D2668}" dt="2026-05-04T21:33:19.040" v="1994" actId="26606"/>
          <ac:graphicFrameMkLst>
            <pc:docMk/>
            <pc:sldMk cId="0" sldId="261"/>
            <ac:graphicFrameMk id="21" creationId="{FB863B59-B177-531D-D54E-0A5253803FF3}"/>
          </ac:graphicFrameMkLst>
        </pc:graphicFrameChg>
      </pc:sldChg>
      <pc:sldChg chg="addSp delSp modSp mod setBg">
        <pc:chgData name="Melone, Donald D." userId="a9175ad5-2d00-4b3f-a36b-ccbe3b10d24a" providerId="ADAL" clId="{9CD05440-407D-459A-95BE-402CB22D2668}" dt="2026-05-04T22:22:07.101" v="2587" actId="26606"/>
        <pc:sldMkLst>
          <pc:docMk/>
          <pc:sldMk cId="0" sldId="262"/>
        </pc:sldMkLst>
        <pc:spChg chg="mod">
          <ac:chgData name="Melone, Donald D." userId="a9175ad5-2d00-4b3f-a36b-ccbe3b10d24a" providerId="ADAL" clId="{9CD05440-407D-459A-95BE-402CB22D2668}" dt="2026-05-04T22:22:07.101" v="2587" actId="26606"/>
          <ac:spMkLst>
            <pc:docMk/>
            <pc:sldMk cId="0" sldId="262"/>
            <ac:spMk id="2" creationId="{00000000-0000-0000-0000-000000000000}"/>
          </ac:spMkLst>
        </pc:spChg>
        <pc:spChg chg="mod">
          <ac:chgData name="Melone, Donald D." userId="a9175ad5-2d00-4b3f-a36b-ccbe3b10d24a" providerId="ADAL" clId="{9CD05440-407D-459A-95BE-402CB22D2668}" dt="2026-05-04T22:22:07.101" v="2587" actId="26606"/>
          <ac:spMkLst>
            <pc:docMk/>
            <pc:sldMk cId="0" sldId="262"/>
            <ac:spMk id="3" creationId="{00000000-0000-0000-0000-000000000000}"/>
          </ac:spMkLst>
        </pc:spChg>
        <pc:spChg chg="add del">
          <ac:chgData name="Melone, Donald D." userId="a9175ad5-2d00-4b3f-a36b-ccbe3b10d24a" providerId="ADAL" clId="{9CD05440-407D-459A-95BE-402CB22D2668}" dt="2026-05-04T22:22:07.101" v="2587" actId="26606"/>
          <ac:spMkLst>
            <pc:docMk/>
            <pc:sldMk cId="0" sldId="262"/>
            <ac:spMk id="18" creationId="{21ECAAB0-702B-4C08-B30F-0AFAC3479ADF}"/>
          </ac:spMkLst>
        </pc:spChg>
        <pc:spChg chg="add del">
          <ac:chgData name="Melone, Donald D." userId="a9175ad5-2d00-4b3f-a36b-ccbe3b10d24a" providerId="ADAL" clId="{9CD05440-407D-459A-95BE-402CB22D2668}" dt="2026-05-04T22:21:49.847" v="2586" actId="26606"/>
          <ac:spMkLst>
            <pc:docMk/>
            <pc:sldMk cId="0" sldId="262"/>
            <ac:spMk id="31" creationId="{A6073935-E043-4801-AF06-06093A9145F7}"/>
          </ac:spMkLst>
        </pc:spChg>
        <pc:spChg chg="add del">
          <ac:chgData name="Melone, Donald D." userId="a9175ad5-2d00-4b3f-a36b-ccbe3b10d24a" providerId="ADAL" clId="{9CD05440-407D-459A-95BE-402CB22D2668}" dt="2026-05-04T22:21:49.847" v="2586" actId="26606"/>
          <ac:spMkLst>
            <pc:docMk/>
            <pc:sldMk cId="0" sldId="262"/>
            <ac:spMk id="41" creationId="{8D6B9972-4A81-4223-9901-0E559A1D5E59}"/>
          </ac:spMkLst>
        </pc:spChg>
        <pc:spChg chg="add">
          <ac:chgData name="Melone, Donald D." userId="a9175ad5-2d00-4b3f-a36b-ccbe3b10d24a" providerId="ADAL" clId="{9CD05440-407D-459A-95BE-402CB22D2668}" dt="2026-05-04T22:22:07.101" v="2587" actId="26606"/>
          <ac:spMkLst>
            <pc:docMk/>
            <pc:sldMk cId="0" sldId="262"/>
            <ac:spMk id="43" creationId="{A6073935-E043-4801-AF06-06093A9145F7}"/>
          </ac:spMkLst>
        </pc:spChg>
        <pc:spChg chg="add">
          <ac:chgData name="Melone, Donald D." userId="a9175ad5-2d00-4b3f-a36b-ccbe3b10d24a" providerId="ADAL" clId="{9CD05440-407D-459A-95BE-402CB22D2668}" dt="2026-05-04T22:22:07.101" v="2587" actId="26606"/>
          <ac:spMkLst>
            <pc:docMk/>
            <pc:sldMk cId="0" sldId="262"/>
            <ac:spMk id="51" creationId="{8D6B9972-4A81-4223-9901-0E559A1D5E59}"/>
          </ac:spMkLst>
        </pc:spChg>
        <pc:grpChg chg="add del">
          <ac:chgData name="Melone, Donald D." userId="a9175ad5-2d00-4b3f-a36b-ccbe3b10d24a" providerId="ADAL" clId="{9CD05440-407D-459A-95BE-402CB22D2668}" dt="2026-05-04T22:22:07.101" v="2587" actId="26606"/>
          <ac:grpSpMkLst>
            <pc:docMk/>
            <pc:sldMk cId="0" sldId="262"/>
            <ac:grpSpMk id="10" creationId="{28A4A409-9242-444A-AC1F-809866828B50}"/>
          </ac:grpSpMkLst>
        </pc:grpChg>
        <pc:grpChg chg="add">
          <ac:chgData name="Melone, Donald D." userId="a9175ad5-2d00-4b3f-a36b-ccbe3b10d24a" providerId="ADAL" clId="{9CD05440-407D-459A-95BE-402CB22D2668}" dt="2026-05-04T22:22:07.101" v="2587" actId="26606"/>
          <ac:grpSpMkLst>
            <pc:docMk/>
            <pc:sldMk cId="0" sldId="262"/>
            <ac:grpSpMk id="20" creationId="{C616B3DC-C165-433D-9187-62DCC0E317D3}"/>
          </ac:grpSpMkLst>
        </pc:grpChg>
        <pc:grpChg chg="add del">
          <ac:chgData name="Melone, Donald D." userId="a9175ad5-2d00-4b3f-a36b-ccbe3b10d24a" providerId="ADAL" clId="{9CD05440-407D-459A-95BE-402CB22D2668}" dt="2026-05-04T22:21:49.847" v="2586" actId="26606"/>
          <ac:grpSpMkLst>
            <pc:docMk/>
            <pc:sldMk cId="0" sldId="262"/>
            <ac:grpSpMk id="23" creationId="{C616B3DC-C165-433D-9187-62DCC0E317D3}"/>
          </ac:grpSpMkLst>
        </pc:grpChg>
        <pc:grpChg chg="add del">
          <ac:chgData name="Melone, Donald D." userId="a9175ad5-2d00-4b3f-a36b-ccbe3b10d24a" providerId="ADAL" clId="{9CD05440-407D-459A-95BE-402CB22D2668}" dt="2026-05-04T22:21:49.847" v="2586" actId="26606"/>
          <ac:grpSpMkLst>
            <pc:docMk/>
            <pc:sldMk cId="0" sldId="262"/>
            <ac:grpSpMk id="33" creationId="{8AC26FF4-D6F9-4A94-A837-D051A101EDD3}"/>
          </ac:grpSpMkLst>
        </pc:grpChg>
        <pc:grpChg chg="add">
          <ac:chgData name="Melone, Donald D." userId="a9175ad5-2d00-4b3f-a36b-ccbe3b10d24a" providerId="ADAL" clId="{9CD05440-407D-459A-95BE-402CB22D2668}" dt="2026-05-04T22:22:07.101" v="2587" actId="26606"/>
          <ac:grpSpMkLst>
            <pc:docMk/>
            <pc:sldMk cId="0" sldId="262"/>
            <ac:grpSpMk id="44" creationId="{8AC26FF4-D6F9-4A94-A837-D051A101EDD3}"/>
          </ac:grpSpMkLst>
        </pc:grpChg>
        <pc:graphicFrameChg chg="add del mod modGraphic">
          <ac:chgData name="Melone, Donald D." userId="a9175ad5-2d00-4b3f-a36b-ccbe3b10d24a" providerId="ADAL" clId="{9CD05440-407D-459A-95BE-402CB22D2668}" dt="2026-05-04T21:05:09.326" v="799" actId="478"/>
          <ac:graphicFrameMkLst>
            <pc:docMk/>
            <pc:sldMk cId="0" sldId="262"/>
            <ac:graphicFrameMk id="4" creationId="{4BD3A062-78BC-91A0-4F53-AE02FAD60EE8}"/>
          </ac:graphicFrameMkLst>
        </pc:graphicFrameChg>
        <pc:graphicFrameChg chg="add mod modGraphic">
          <ac:chgData name="Melone, Donald D." userId="a9175ad5-2d00-4b3f-a36b-ccbe3b10d24a" providerId="ADAL" clId="{9CD05440-407D-459A-95BE-402CB22D2668}" dt="2026-05-04T22:22:07.101" v="2587" actId="26606"/>
          <ac:graphicFrameMkLst>
            <pc:docMk/>
            <pc:sldMk cId="0" sldId="262"/>
            <ac:graphicFrameMk id="5" creationId="{E541D2C2-FDAF-0D0D-084D-BF5899E5BD48}"/>
          </ac:graphicFrameMkLst>
        </pc:graphicFrameChg>
      </pc:sldChg>
      <pc:sldChg chg="addSp delSp modSp mod setBg">
        <pc:chgData name="Melone, Donald D." userId="a9175ad5-2d00-4b3f-a36b-ccbe3b10d24a" providerId="ADAL" clId="{9CD05440-407D-459A-95BE-402CB22D2668}" dt="2026-05-04T22:21:40.411" v="2584" actId="26606"/>
        <pc:sldMkLst>
          <pc:docMk/>
          <pc:sldMk cId="0" sldId="263"/>
        </pc:sldMkLst>
        <pc:spChg chg="mod">
          <ac:chgData name="Melone, Donald D." userId="a9175ad5-2d00-4b3f-a36b-ccbe3b10d24a" providerId="ADAL" clId="{9CD05440-407D-459A-95BE-402CB22D2668}" dt="2026-05-04T22:21:40.411" v="2584" actId="26606"/>
          <ac:spMkLst>
            <pc:docMk/>
            <pc:sldMk cId="0" sldId="263"/>
            <ac:spMk id="2" creationId="{00000000-0000-0000-0000-000000000000}"/>
          </ac:spMkLst>
        </pc:spChg>
        <pc:spChg chg="del">
          <ac:chgData name="Melone, Donald D." userId="a9175ad5-2d00-4b3f-a36b-ccbe3b10d24a" providerId="ADAL" clId="{9CD05440-407D-459A-95BE-402CB22D2668}" dt="2026-05-04T21:13:14.807" v="1278" actId="478"/>
          <ac:spMkLst>
            <pc:docMk/>
            <pc:sldMk cId="0" sldId="263"/>
            <ac:spMk id="3" creationId="{00000000-0000-0000-0000-000000000000}"/>
          </ac:spMkLst>
        </pc:spChg>
        <pc:spChg chg="add del mod">
          <ac:chgData name="Melone, Donald D." userId="a9175ad5-2d00-4b3f-a36b-ccbe3b10d24a" providerId="ADAL" clId="{9CD05440-407D-459A-95BE-402CB22D2668}" dt="2026-05-04T21:13:17.141" v="1279" actId="478"/>
          <ac:spMkLst>
            <pc:docMk/>
            <pc:sldMk cId="0" sldId="263"/>
            <ac:spMk id="6" creationId="{2E4346F9-F304-EE53-BC30-C9853A8AB97F}"/>
          </ac:spMkLst>
        </pc:spChg>
        <pc:spChg chg="add mod">
          <ac:chgData name="Melone, Donald D." userId="a9175ad5-2d00-4b3f-a36b-ccbe3b10d24a" providerId="ADAL" clId="{9CD05440-407D-459A-95BE-402CB22D2668}" dt="2026-05-04T21:24:02.610" v="1568"/>
          <ac:spMkLst>
            <pc:docMk/>
            <pc:sldMk cId="0" sldId="263"/>
            <ac:spMk id="7" creationId="{F544BC90-08C5-1987-622F-ED4049FDBBD4}"/>
          </ac:spMkLst>
        </pc:spChg>
        <pc:spChg chg="add mod">
          <ac:chgData name="Melone, Donald D." userId="a9175ad5-2d00-4b3f-a36b-ccbe3b10d24a" providerId="ADAL" clId="{9CD05440-407D-459A-95BE-402CB22D2668}" dt="2026-05-04T22:21:40.411" v="2584" actId="26606"/>
          <ac:spMkLst>
            <pc:docMk/>
            <pc:sldMk cId="0" sldId="263"/>
            <ac:spMk id="8" creationId="{8138040A-7BDA-D67B-3BF7-5FFAF0B7CAB2}"/>
          </ac:spMkLst>
        </pc:spChg>
        <pc:spChg chg="add del">
          <ac:chgData name="Melone, Donald D." userId="a9175ad5-2d00-4b3f-a36b-ccbe3b10d24a" providerId="ADAL" clId="{9CD05440-407D-459A-95BE-402CB22D2668}" dt="2026-05-04T22:21:40.411" v="2584" actId="26606"/>
          <ac:spMkLst>
            <pc:docMk/>
            <pc:sldMk cId="0" sldId="263"/>
            <ac:spMk id="21" creationId="{21ECAAB0-702B-4C08-B30F-0AFAC3479ADF}"/>
          </ac:spMkLst>
        </pc:spChg>
        <pc:spChg chg="add">
          <ac:chgData name="Melone, Donald D." userId="a9175ad5-2d00-4b3f-a36b-ccbe3b10d24a" providerId="ADAL" clId="{9CD05440-407D-459A-95BE-402CB22D2668}" dt="2026-05-04T22:21:40.411" v="2584" actId="26606"/>
          <ac:spMkLst>
            <pc:docMk/>
            <pc:sldMk cId="0" sldId="263"/>
            <ac:spMk id="34" creationId="{A6073935-E043-4801-AF06-06093A9145F7}"/>
          </ac:spMkLst>
        </pc:spChg>
        <pc:spChg chg="add">
          <ac:chgData name="Melone, Donald D." userId="a9175ad5-2d00-4b3f-a36b-ccbe3b10d24a" providerId="ADAL" clId="{9CD05440-407D-459A-95BE-402CB22D2668}" dt="2026-05-04T22:21:40.411" v="2584" actId="26606"/>
          <ac:spMkLst>
            <pc:docMk/>
            <pc:sldMk cId="0" sldId="263"/>
            <ac:spMk id="44" creationId="{8D6B9972-4A81-4223-9901-0E559A1D5E59}"/>
          </ac:spMkLst>
        </pc:spChg>
        <pc:grpChg chg="add del">
          <ac:chgData name="Melone, Donald D." userId="a9175ad5-2d00-4b3f-a36b-ccbe3b10d24a" providerId="ADAL" clId="{9CD05440-407D-459A-95BE-402CB22D2668}" dt="2026-05-04T22:21:40.411" v="2584" actId="26606"/>
          <ac:grpSpMkLst>
            <pc:docMk/>
            <pc:sldMk cId="0" sldId="263"/>
            <ac:grpSpMk id="13" creationId="{28A4A409-9242-444A-AC1F-809866828B50}"/>
          </ac:grpSpMkLst>
        </pc:grpChg>
        <pc:grpChg chg="add">
          <ac:chgData name="Melone, Donald D." userId="a9175ad5-2d00-4b3f-a36b-ccbe3b10d24a" providerId="ADAL" clId="{9CD05440-407D-459A-95BE-402CB22D2668}" dt="2026-05-04T22:21:40.411" v="2584" actId="26606"/>
          <ac:grpSpMkLst>
            <pc:docMk/>
            <pc:sldMk cId="0" sldId="263"/>
            <ac:grpSpMk id="26" creationId="{C616B3DC-C165-433D-9187-62DCC0E317D3}"/>
          </ac:grpSpMkLst>
        </pc:grpChg>
        <pc:grpChg chg="add">
          <ac:chgData name="Melone, Donald D." userId="a9175ad5-2d00-4b3f-a36b-ccbe3b10d24a" providerId="ADAL" clId="{9CD05440-407D-459A-95BE-402CB22D2668}" dt="2026-05-04T22:21:40.411" v="2584" actId="26606"/>
          <ac:grpSpMkLst>
            <pc:docMk/>
            <pc:sldMk cId="0" sldId="263"/>
            <ac:grpSpMk id="36" creationId="{8AC26FF4-D6F9-4A94-A837-D051A101EDD3}"/>
          </ac:grpSpMkLst>
        </pc:grpChg>
        <pc:graphicFrameChg chg="add del mod ord modGraphic">
          <ac:chgData name="Melone, Donald D." userId="a9175ad5-2d00-4b3f-a36b-ccbe3b10d24a" providerId="ADAL" clId="{9CD05440-407D-459A-95BE-402CB22D2668}" dt="2026-05-04T22:21:40.411" v="2584" actId="26606"/>
          <ac:graphicFrameMkLst>
            <pc:docMk/>
            <pc:sldMk cId="0" sldId="263"/>
            <ac:graphicFrameMk id="4" creationId="{00FFCAC9-FE4B-183D-6F01-69B57DE9D186}"/>
          </ac:graphicFrameMkLst>
        </pc:graphicFrameChg>
      </pc:sldChg>
      <pc:sldChg chg="addSp delSp modSp del mod setBg">
        <pc:chgData name="Melone, Donald D." userId="a9175ad5-2d00-4b3f-a36b-ccbe3b10d24a" providerId="ADAL" clId="{9CD05440-407D-459A-95BE-402CB22D2668}" dt="2026-05-04T22:46:15.071" v="3479" actId="2696"/>
        <pc:sldMkLst>
          <pc:docMk/>
          <pc:sldMk cId="0" sldId="264"/>
        </pc:sldMkLst>
        <pc:spChg chg="mod">
          <ac:chgData name="Melone, Donald D." userId="a9175ad5-2d00-4b3f-a36b-ccbe3b10d24a" providerId="ADAL" clId="{9CD05440-407D-459A-95BE-402CB22D2668}" dt="2026-05-04T22:22:17.213" v="2588" actId="26606"/>
          <ac:spMkLst>
            <pc:docMk/>
            <pc:sldMk cId="0" sldId="264"/>
            <ac:spMk id="2" creationId="{00000000-0000-0000-0000-000000000000}"/>
          </ac:spMkLst>
        </pc:spChg>
        <pc:spChg chg="del">
          <ac:chgData name="Melone, Donald D." userId="a9175ad5-2d00-4b3f-a36b-ccbe3b10d24a" providerId="ADAL" clId="{9CD05440-407D-459A-95BE-402CB22D2668}" dt="2026-05-04T21:14:09.991" v="1281" actId="478"/>
          <ac:spMkLst>
            <pc:docMk/>
            <pc:sldMk cId="0" sldId="264"/>
            <ac:spMk id="3" creationId="{00000000-0000-0000-0000-000000000000}"/>
          </ac:spMkLst>
        </pc:spChg>
        <pc:spChg chg="add del mod">
          <ac:chgData name="Melone, Donald D." userId="a9175ad5-2d00-4b3f-a36b-ccbe3b10d24a" providerId="ADAL" clId="{9CD05440-407D-459A-95BE-402CB22D2668}" dt="2026-05-04T21:14:10.614" v="1282" actId="478"/>
          <ac:spMkLst>
            <pc:docMk/>
            <pc:sldMk cId="0" sldId="264"/>
            <ac:spMk id="5" creationId="{C9280A60-FD7D-7F3B-E254-2EEBB29D7463}"/>
          </ac:spMkLst>
        </pc:spChg>
        <pc:spChg chg="add del">
          <ac:chgData name="Melone, Donald D." userId="a9175ad5-2d00-4b3f-a36b-ccbe3b10d24a" providerId="ADAL" clId="{9CD05440-407D-459A-95BE-402CB22D2668}" dt="2026-05-04T22:22:25.083" v="2589" actId="26606"/>
          <ac:spMkLst>
            <pc:docMk/>
            <pc:sldMk cId="0" sldId="264"/>
            <ac:spMk id="19" creationId="{A6073935-E043-4801-AF06-06093A9145F7}"/>
          </ac:spMkLst>
        </pc:spChg>
        <pc:spChg chg="add del">
          <ac:chgData name="Melone, Donald D." userId="a9175ad5-2d00-4b3f-a36b-ccbe3b10d24a" providerId="ADAL" clId="{9CD05440-407D-459A-95BE-402CB22D2668}" dt="2026-05-04T22:22:25.083" v="2589" actId="26606"/>
          <ac:spMkLst>
            <pc:docMk/>
            <pc:sldMk cId="0" sldId="264"/>
            <ac:spMk id="29" creationId="{8D6B9972-4A81-4223-9901-0E559A1D5E59}"/>
          </ac:spMkLst>
        </pc:spChg>
        <pc:spChg chg="add">
          <ac:chgData name="Melone, Donald D." userId="a9175ad5-2d00-4b3f-a36b-ccbe3b10d24a" providerId="ADAL" clId="{9CD05440-407D-459A-95BE-402CB22D2668}" dt="2026-05-04T22:22:25.083" v="2589" actId="26606"/>
          <ac:spMkLst>
            <pc:docMk/>
            <pc:sldMk cId="0" sldId="264"/>
            <ac:spMk id="42" creationId="{A6073935-E043-4801-AF06-06093A9145F7}"/>
          </ac:spMkLst>
        </pc:spChg>
        <pc:spChg chg="add">
          <ac:chgData name="Melone, Donald D." userId="a9175ad5-2d00-4b3f-a36b-ccbe3b10d24a" providerId="ADAL" clId="{9CD05440-407D-459A-95BE-402CB22D2668}" dt="2026-05-04T22:22:25.083" v="2589" actId="26606"/>
          <ac:spMkLst>
            <pc:docMk/>
            <pc:sldMk cId="0" sldId="264"/>
            <ac:spMk id="52" creationId="{8D6B9972-4A81-4223-9901-0E559A1D5E59}"/>
          </ac:spMkLst>
        </pc:spChg>
        <pc:grpChg chg="add del">
          <ac:chgData name="Melone, Donald D." userId="a9175ad5-2d00-4b3f-a36b-ccbe3b10d24a" providerId="ADAL" clId="{9CD05440-407D-459A-95BE-402CB22D2668}" dt="2026-05-04T22:22:25.083" v="2589" actId="26606"/>
          <ac:grpSpMkLst>
            <pc:docMk/>
            <pc:sldMk cId="0" sldId="264"/>
            <ac:grpSpMk id="11" creationId="{C616B3DC-C165-433D-9187-62DCC0E317D3}"/>
          </ac:grpSpMkLst>
        </pc:grpChg>
        <pc:grpChg chg="add del">
          <ac:chgData name="Melone, Donald D." userId="a9175ad5-2d00-4b3f-a36b-ccbe3b10d24a" providerId="ADAL" clId="{9CD05440-407D-459A-95BE-402CB22D2668}" dt="2026-05-04T22:22:25.083" v="2589" actId="26606"/>
          <ac:grpSpMkLst>
            <pc:docMk/>
            <pc:sldMk cId="0" sldId="264"/>
            <ac:grpSpMk id="21" creationId="{8AC26FF4-D6F9-4A94-A837-D051A101EDD3}"/>
          </ac:grpSpMkLst>
        </pc:grpChg>
        <pc:grpChg chg="add">
          <ac:chgData name="Melone, Donald D." userId="a9175ad5-2d00-4b3f-a36b-ccbe3b10d24a" providerId="ADAL" clId="{9CD05440-407D-459A-95BE-402CB22D2668}" dt="2026-05-04T22:22:25.083" v="2589" actId="26606"/>
          <ac:grpSpMkLst>
            <pc:docMk/>
            <pc:sldMk cId="0" sldId="264"/>
            <ac:grpSpMk id="34" creationId="{C616B3DC-C165-433D-9187-62DCC0E317D3}"/>
          </ac:grpSpMkLst>
        </pc:grpChg>
        <pc:grpChg chg="add">
          <ac:chgData name="Melone, Donald D." userId="a9175ad5-2d00-4b3f-a36b-ccbe3b10d24a" providerId="ADAL" clId="{9CD05440-407D-459A-95BE-402CB22D2668}" dt="2026-05-04T22:22:25.083" v="2589" actId="26606"/>
          <ac:grpSpMkLst>
            <pc:docMk/>
            <pc:sldMk cId="0" sldId="264"/>
            <ac:grpSpMk id="44" creationId="{8AC26FF4-D6F9-4A94-A837-D051A101EDD3}"/>
          </ac:grpSpMkLst>
        </pc:grpChg>
        <pc:graphicFrameChg chg="add mod modGraphic">
          <ac:chgData name="Melone, Donald D." userId="a9175ad5-2d00-4b3f-a36b-ccbe3b10d24a" providerId="ADAL" clId="{9CD05440-407D-459A-95BE-402CB22D2668}" dt="2026-05-04T22:22:25.083" v="2589" actId="26606"/>
          <ac:graphicFrameMkLst>
            <pc:docMk/>
            <pc:sldMk cId="0" sldId="264"/>
            <ac:graphicFrameMk id="6" creationId="{15BEA001-7444-31B4-29C4-364062A2D518}"/>
          </ac:graphicFrameMkLst>
        </pc:graphicFrameChg>
      </pc:sldChg>
      <pc:sldChg chg="modSp del mod">
        <pc:chgData name="Melone, Donald D." userId="a9175ad5-2d00-4b3f-a36b-ccbe3b10d24a" providerId="ADAL" clId="{9CD05440-407D-459A-95BE-402CB22D2668}" dt="2026-05-04T22:18:26.707" v="2387" actId="2696"/>
        <pc:sldMkLst>
          <pc:docMk/>
          <pc:sldMk cId="0" sldId="265"/>
        </pc:sldMkLst>
        <pc:spChg chg="mod">
          <ac:chgData name="Melone, Donald D." userId="a9175ad5-2d00-4b3f-a36b-ccbe3b10d24a" providerId="ADAL" clId="{9CD05440-407D-459A-95BE-402CB22D2668}" dt="2026-05-04T21:25:36.498" v="1621" actId="20577"/>
          <ac:spMkLst>
            <pc:docMk/>
            <pc:sldMk cId="0" sldId="265"/>
            <ac:spMk id="2" creationId="{00000000-0000-0000-0000-000000000000}"/>
          </ac:spMkLst>
        </pc:spChg>
        <pc:spChg chg="mod">
          <ac:chgData name="Melone, Donald D." userId="a9175ad5-2d00-4b3f-a36b-ccbe3b10d24a" providerId="ADAL" clId="{9CD05440-407D-459A-95BE-402CB22D2668}" dt="2026-05-04T22:18:14.864" v="2385" actId="21"/>
          <ac:spMkLst>
            <pc:docMk/>
            <pc:sldMk cId="0" sldId="265"/>
            <ac:spMk id="3" creationId="{00000000-0000-0000-0000-000000000000}"/>
          </ac:spMkLst>
        </pc:spChg>
      </pc:sldChg>
      <pc:sldChg chg="modSp del mod">
        <pc:chgData name="Melone, Donald D." userId="a9175ad5-2d00-4b3f-a36b-ccbe3b10d24a" providerId="ADAL" clId="{9CD05440-407D-459A-95BE-402CB22D2668}" dt="2026-05-04T22:22:40.624" v="2590" actId="2696"/>
        <pc:sldMkLst>
          <pc:docMk/>
          <pc:sldMk cId="0" sldId="266"/>
        </pc:sldMkLst>
        <pc:spChg chg="mod">
          <ac:chgData name="Melone, Donald D." userId="a9175ad5-2d00-4b3f-a36b-ccbe3b10d24a" providerId="ADAL" clId="{9CD05440-407D-459A-95BE-402CB22D2668}" dt="2026-05-04T21:25:55.292" v="1636" actId="20577"/>
          <ac:spMkLst>
            <pc:docMk/>
            <pc:sldMk cId="0" sldId="266"/>
            <ac:spMk id="2" creationId="{00000000-0000-0000-0000-000000000000}"/>
          </ac:spMkLst>
        </pc:spChg>
        <pc:spChg chg="mod">
          <ac:chgData name="Melone, Donald D." userId="a9175ad5-2d00-4b3f-a36b-ccbe3b10d24a" providerId="ADAL" clId="{9CD05440-407D-459A-95BE-402CB22D2668}" dt="2026-05-04T22:18:32.300" v="2388" actId="21"/>
          <ac:spMkLst>
            <pc:docMk/>
            <pc:sldMk cId="0" sldId="266"/>
            <ac:spMk id="3" creationId="{00000000-0000-0000-0000-000000000000}"/>
          </ac:spMkLst>
        </pc:spChg>
      </pc:sldChg>
      <pc:sldChg chg="addSp delSp modSp mod setBg setClrOvrMap">
        <pc:chgData name="Melone, Donald D." userId="a9175ad5-2d00-4b3f-a36b-ccbe3b10d24a" providerId="ADAL" clId="{9CD05440-407D-459A-95BE-402CB22D2668}" dt="2026-05-04T22:22:52.440" v="2593" actId="26606"/>
        <pc:sldMkLst>
          <pc:docMk/>
          <pc:sldMk cId="0" sldId="267"/>
        </pc:sldMkLst>
        <pc:spChg chg="mod">
          <ac:chgData name="Melone, Donald D." userId="a9175ad5-2d00-4b3f-a36b-ccbe3b10d24a" providerId="ADAL" clId="{9CD05440-407D-459A-95BE-402CB22D2668}" dt="2026-05-04T22:22:52.440" v="2593" actId="26606"/>
          <ac:spMkLst>
            <pc:docMk/>
            <pc:sldMk cId="0" sldId="267"/>
            <ac:spMk id="2" creationId="{00000000-0000-0000-0000-000000000000}"/>
          </ac:spMkLst>
        </pc:spChg>
        <pc:spChg chg="mod">
          <ac:chgData name="Melone, Donald D." userId="a9175ad5-2d00-4b3f-a36b-ccbe3b10d24a" providerId="ADAL" clId="{9CD05440-407D-459A-95BE-402CB22D2668}" dt="2026-05-04T22:22:52.440" v="2593" actId="26606"/>
          <ac:spMkLst>
            <pc:docMk/>
            <pc:sldMk cId="0" sldId="267"/>
            <ac:spMk id="3" creationId="{00000000-0000-0000-0000-000000000000}"/>
          </ac:spMkLst>
        </pc:spChg>
        <pc:spChg chg="add del">
          <ac:chgData name="Melone, Donald D." userId="a9175ad5-2d00-4b3f-a36b-ccbe3b10d24a" providerId="ADAL" clId="{9CD05440-407D-459A-95BE-402CB22D2668}" dt="2026-05-04T22:22:52.432" v="2592" actId="26606"/>
          <ac:spMkLst>
            <pc:docMk/>
            <pc:sldMk cId="0" sldId="267"/>
            <ac:spMk id="8" creationId="{C8643778-7F6C-4E8D-84D1-D5CDB9928191}"/>
          </ac:spMkLst>
        </pc:spChg>
        <pc:spChg chg="add del">
          <ac:chgData name="Melone, Donald D." userId="a9175ad5-2d00-4b3f-a36b-ccbe3b10d24a" providerId="ADAL" clId="{9CD05440-407D-459A-95BE-402CB22D2668}" dt="2026-05-04T22:22:52.432" v="2592" actId="26606"/>
          <ac:spMkLst>
            <pc:docMk/>
            <pc:sldMk cId="0" sldId="267"/>
            <ac:spMk id="10" creationId="{1D22F88D-6907-48AF-B024-346E855E0D96}"/>
          </ac:spMkLst>
        </pc:spChg>
        <pc:spChg chg="add">
          <ac:chgData name="Melone, Donald D." userId="a9175ad5-2d00-4b3f-a36b-ccbe3b10d24a" providerId="ADAL" clId="{9CD05440-407D-459A-95BE-402CB22D2668}" dt="2026-05-04T22:22:52.440" v="2593" actId="26606"/>
          <ac:spMkLst>
            <pc:docMk/>
            <pc:sldMk cId="0" sldId="267"/>
            <ac:spMk id="20" creationId="{4B136A7F-8703-4FA7-80B1-874F5E75835C}"/>
          </ac:spMkLst>
        </pc:spChg>
        <pc:spChg chg="add">
          <ac:chgData name="Melone, Donald D." userId="a9175ad5-2d00-4b3f-a36b-ccbe3b10d24a" providerId="ADAL" clId="{9CD05440-407D-459A-95BE-402CB22D2668}" dt="2026-05-04T22:22:52.440" v="2593" actId="26606"/>
          <ac:spMkLst>
            <pc:docMk/>
            <pc:sldMk cId="0" sldId="267"/>
            <ac:spMk id="21" creationId="{716B2278-BFC9-43BE-9620-278464A4ABA9}"/>
          </ac:spMkLst>
        </pc:spChg>
        <pc:spChg chg="add">
          <ac:chgData name="Melone, Donald D." userId="a9175ad5-2d00-4b3f-a36b-ccbe3b10d24a" providerId="ADAL" clId="{9CD05440-407D-459A-95BE-402CB22D2668}" dt="2026-05-04T22:22:52.440" v="2593" actId="26606"/>
          <ac:spMkLst>
            <pc:docMk/>
            <pc:sldMk cId="0" sldId="267"/>
            <ac:spMk id="22" creationId="{E4CD00E4-F77A-49A5-A54B-A542D0DE5D1A}"/>
          </ac:spMkLst>
        </pc:spChg>
        <pc:spChg chg="add">
          <ac:chgData name="Melone, Donald D." userId="a9175ad5-2d00-4b3f-a36b-ccbe3b10d24a" providerId="ADAL" clId="{9CD05440-407D-459A-95BE-402CB22D2668}" dt="2026-05-04T22:22:52.440" v="2593" actId="26606"/>
          <ac:spMkLst>
            <pc:docMk/>
            <pc:sldMk cId="0" sldId="267"/>
            <ac:spMk id="23" creationId="{17158038-9069-44CB-8794-762B5429B9FE}"/>
          </ac:spMkLst>
        </pc:spChg>
        <pc:spChg chg="add">
          <ac:chgData name="Melone, Donald D." userId="a9175ad5-2d00-4b3f-a36b-ccbe3b10d24a" providerId="ADAL" clId="{9CD05440-407D-459A-95BE-402CB22D2668}" dt="2026-05-04T22:22:52.440" v="2593" actId="26606"/>
          <ac:spMkLst>
            <pc:docMk/>
            <pc:sldMk cId="0" sldId="267"/>
            <ac:spMk id="24" creationId="{045056AB-07D8-43D9-9343-AB85199AEA75}"/>
          </ac:spMkLst>
        </pc:spChg>
        <pc:spChg chg="add">
          <ac:chgData name="Melone, Donald D." userId="a9175ad5-2d00-4b3f-a36b-ccbe3b10d24a" providerId="ADAL" clId="{9CD05440-407D-459A-95BE-402CB22D2668}" dt="2026-05-04T22:22:52.440" v="2593" actId="26606"/>
          <ac:spMkLst>
            <pc:docMk/>
            <pc:sldMk cId="0" sldId="267"/>
            <ac:spMk id="25" creationId="{E83D8662-D21C-4B0A-A8A5-EA1E5DEBC579}"/>
          </ac:spMkLst>
        </pc:spChg>
        <pc:grpChg chg="add del">
          <ac:chgData name="Melone, Donald D." userId="a9175ad5-2d00-4b3f-a36b-ccbe3b10d24a" providerId="ADAL" clId="{9CD05440-407D-459A-95BE-402CB22D2668}" dt="2026-05-04T22:22:52.432" v="2592" actId="26606"/>
          <ac:grpSpMkLst>
            <pc:docMk/>
            <pc:sldMk cId="0" sldId="267"/>
            <ac:grpSpMk id="12" creationId="{F3842748-48B5-4DD0-A06A-A31C74024A99}"/>
          </ac:grpSpMkLst>
        </pc:grpChg>
      </pc:sldChg>
      <pc:sldChg chg="addSp modSp mod setBg setClrOvrMap">
        <pc:chgData name="Melone, Donald D." userId="a9175ad5-2d00-4b3f-a36b-ccbe3b10d24a" providerId="ADAL" clId="{9CD05440-407D-459A-95BE-402CB22D2668}" dt="2026-05-04T22:23:03.432" v="2594" actId="26606"/>
        <pc:sldMkLst>
          <pc:docMk/>
          <pc:sldMk cId="0" sldId="268"/>
        </pc:sldMkLst>
        <pc:spChg chg="mod">
          <ac:chgData name="Melone, Donald D." userId="a9175ad5-2d00-4b3f-a36b-ccbe3b10d24a" providerId="ADAL" clId="{9CD05440-407D-459A-95BE-402CB22D2668}" dt="2026-05-04T22:23:03.432" v="2594" actId="26606"/>
          <ac:spMkLst>
            <pc:docMk/>
            <pc:sldMk cId="0" sldId="268"/>
            <ac:spMk id="2" creationId="{00000000-0000-0000-0000-000000000000}"/>
          </ac:spMkLst>
        </pc:spChg>
        <pc:spChg chg="mod">
          <ac:chgData name="Melone, Donald D." userId="a9175ad5-2d00-4b3f-a36b-ccbe3b10d24a" providerId="ADAL" clId="{9CD05440-407D-459A-95BE-402CB22D2668}" dt="2026-05-04T22:23:03.432" v="2594" actId="26606"/>
          <ac:spMkLst>
            <pc:docMk/>
            <pc:sldMk cId="0" sldId="268"/>
            <ac:spMk id="3" creationId="{00000000-0000-0000-0000-000000000000}"/>
          </ac:spMkLst>
        </pc:spChg>
        <pc:spChg chg="add">
          <ac:chgData name="Melone, Donald D." userId="a9175ad5-2d00-4b3f-a36b-ccbe3b10d24a" providerId="ADAL" clId="{9CD05440-407D-459A-95BE-402CB22D2668}" dt="2026-05-04T22:23:03.432" v="2594" actId="26606"/>
          <ac:spMkLst>
            <pc:docMk/>
            <pc:sldMk cId="0" sldId="268"/>
            <ac:spMk id="8" creationId="{4B136A7F-8703-4FA7-80B1-874F5E75835C}"/>
          </ac:spMkLst>
        </pc:spChg>
        <pc:spChg chg="add">
          <ac:chgData name="Melone, Donald D." userId="a9175ad5-2d00-4b3f-a36b-ccbe3b10d24a" providerId="ADAL" clId="{9CD05440-407D-459A-95BE-402CB22D2668}" dt="2026-05-04T22:23:03.432" v="2594" actId="26606"/>
          <ac:spMkLst>
            <pc:docMk/>
            <pc:sldMk cId="0" sldId="268"/>
            <ac:spMk id="10" creationId="{716B2278-BFC9-43BE-9620-278464A4ABA9}"/>
          </ac:spMkLst>
        </pc:spChg>
        <pc:spChg chg="add">
          <ac:chgData name="Melone, Donald D." userId="a9175ad5-2d00-4b3f-a36b-ccbe3b10d24a" providerId="ADAL" clId="{9CD05440-407D-459A-95BE-402CB22D2668}" dt="2026-05-04T22:23:03.432" v="2594" actId="26606"/>
          <ac:spMkLst>
            <pc:docMk/>
            <pc:sldMk cId="0" sldId="268"/>
            <ac:spMk id="12" creationId="{E4CD00E4-F77A-49A5-A54B-A542D0DE5D1A}"/>
          </ac:spMkLst>
        </pc:spChg>
        <pc:spChg chg="add">
          <ac:chgData name="Melone, Donald D." userId="a9175ad5-2d00-4b3f-a36b-ccbe3b10d24a" providerId="ADAL" clId="{9CD05440-407D-459A-95BE-402CB22D2668}" dt="2026-05-04T22:23:03.432" v="2594" actId="26606"/>
          <ac:spMkLst>
            <pc:docMk/>
            <pc:sldMk cId="0" sldId="268"/>
            <ac:spMk id="14" creationId="{17158038-9069-44CB-8794-762B5429B9FE}"/>
          </ac:spMkLst>
        </pc:spChg>
        <pc:spChg chg="add">
          <ac:chgData name="Melone, Donald D." userId="a9175ad5-2d00-4b3f-a36b-ccbe3b10d24a" providerId="ADAL" clId="{9CD05440-407D-459A-95BE-402CB22D2668}" dt="2026-05-04T22:23:03.432" v="2594" actId="26606"/>
          <ac:spMkLst>
            <pc:docMk/>
            <pc:sldMk cId="0" sldId="268"/>
            <ac:spMk id="16" creationId="{045056AB-07D8-43D9-9343-AB85199AEA75}"/>
          </ac:spMkLst>
        </pc:spChg>
        <pc:spChg chg="add">
          <ac:chgData name="Melone, Donald D." userId="a9175ad5-2d00-4b3f-a36b-ccbe3b10d24a" providerId="ADAL" clId="{9CD05440-407D-459A-95BE-402CB22D2668}" dt="2026-05-04T22:23:03.432" v="2594" actId="26606"/>
          <ac:spMkLst>
            <pc:docMk/>
            <pc:sldMk cId="0" sldId="268"/>
            <ac:spMk id="18" creationId="{E83D8662-D21C-4B0A-A8A5-EA1E5DEBC579}"/>
          </ac:spMkLst>
        </pc:spChg>
      </pc:sldChg>
      <pc:sldChg chg="addSp delSp modSp mod">
        <pc:chgData name="Melone, Donald D." userId="a9175ad5-2d00-4b3f-a36b-ccbe3b10d24a" providerId="ADAL" clId="{9CD05440-407D-459A-95BE-402CB22D2668}" dt="2026-05-04T22:23:36.385" v="2597" actId="114"/>
        <pc:sldMkLst>
          <pc:docMk/>
          <pc:sldMk cId="0" sldId="269"/>
        </pc:sldMkLst>
        <pc:spChg chg="mod">
          <ac:chgData name="Melone, Donald D." userId="a9175ad5-2d00-4b3f-a36b-ccbe3b10d24a" providerId="ADAL" clId="{9CD05440-407D-459A-95BE-402CB22D2668}" dt="2026-05-04T22:23:36.385" v="2597" actId="114"/>
          <ac:spMkLst>
            <pc:docMk/>
            <pc:sldMk cId="0" sldId="269"/>
            <ac:spMk id="2" creationId="{00000000-0000-0000-0000-000000000000}"/>
          </ac:spMkLst>
        </pc:spChg>
        <pc:spChg chg="mod">
          <ac:chgData name="Melone, Donald D." userId="a9175ad5-2d00-4b3f-a36b-ccbe3b10d24a" providerId="ADAL" clId="{9CD05440-407D-459A-95BE-402CB22D2668}" dt="2026-05-04T21:27:44.661" v="1802" actId="122"/>
          <ac:spMkLst>
            <pc:docMk/>
            <pc:sldMk cId="0" sldId="269"/>
            <ac:spMk id="3" creationId="{00000000-0000-0000-0000-000000000000}"/>
          </ac:spMkLst>
        </pc:spChg>
        <pc:spChg chg="add del">
          <ac:chgData name="Melone, Donald D." userId="a9175ad5-2d00-4b3f-a36b-ccbe3b10d24a" providerId="ADAL" clId="{9CD05440-407D-459A-95BE-402CB22D2668}" dt="2026-05-04T21:27:19.580" v="1793" actId="22"/>
          <ac:spMkLst>
            <pc:docMk/>
            <pc:sldMk cId="0" sldId="269"/>
            <ac:spMk id="5" creationId="{40A299CB-34EC-A9AB-15DB-06F548241149}"/>
          </ac:spMkLst>
        </pc:spChg>
        <pc:spChg chg="add mod">
          <ac:chgData name="Melone, Donald D." userId="a9175ad5-2d00-4b3f-a36b-ccbe3b10d24a" providerId="ADAL" clId="{9CD05440-407D-459A-95BE-402CB22D2668}" dt="2026-05-04T21:27:32.280" v="1797" actId="122"/>
          <ac:spMkLst>
            <pc:docMk/>
            <pc:sldMk cId="0" sldId="269"/>
            <ac:spMk id="7" creationId="{A61B9AB3-2259-A7C4-61AF-5213DD550220}"/>
          </ac:spMkLst>
        </pc:spChg>
      </pc:sldChg>
      <pc:sldChg chg="del">
        <pc:chgData name="Melone, Donald D." userId="a9175ad5-2d00-4b3f-a36b-ccbe3b10d24a" providerId="ADAL" clId="{9CD05440-407D-459A-95BE-402CB22D2668}" dt="2026-05-04T20:59:23.364" v="244" actId="2696"/>
        <pc:sldMkLst>
          <pc:docMk/>
          <pc:sldMk cId="1487466052" sldId="270"/>
        </pc:sldMkLst>
      </pc:sldChg>
      <pc:sldChg chg="addSp delSp modSp mod setBg setClrOvrMap">
        <pc:chgData name="Melone, Donald D." userId="a9175ad5-2d00-4b3f-a36b-ccbe3b10d24a" providerId="ADAL" clId="{9CD05440-407D-459A-95BE-402CB22D2668}" dt="2026-05-04T21:51:11.146" v="2143" actId="26606"/>
        <pc:sldMkLst>
          <pc:docMk/>
          <pc:sldMk cId="2589728480" sldId="271"/>
        </pc:sldMkLst>
        <pc:spChg chg="mod ord">
          <ac:chgData name="Melone, Donald D." userId="a9175ad5-2d00-4b3f-a36b-ccbe3b10d24a" providerId="ADAL" clId="{9CD05440-407D-459A-95BE-402CB22D2668}" dt="2026-05-04T21:51:11.146" v="2143" actId="26606"/>
          <ac:spMkLst>
            <pc:docMk/>
            <pc:sldMk cId="2589728480" sldId="271"/>
            <ac:spMk id="2" creationId="{10027FAA-3BF8-C0AE-FD95-E0174F4B9B3F}"/>
          </ac:spMkLst>
        </pc:spChg>
        <pc:spChg chg="mod">
          <ac:chgData name="Melone, Donald D." userId="a9175ad5-2d00-4b3f-a36b-ccbe3b10d24a" providerId="ADAL" clId="{9CD05440-407D-459A-95BE-402CB22D2668}" dt="2026-05-04T21:51:11.146" v="2143" actId="26606"/>
          <ac:spMkLst>
            <pc:docMk/>
            <pc:sldMk cId="2589728480" sldId="271"/>
            <ac:spMk id="3" creationId="{888BCD8E-3A03-BB65-A294-DD151E0CC594}"/>
          </ac:spMkLst>
        </pc:spChg>
        <pc:spChg chg="add del">
          <ac:chgData name="Melone, Donald D." userId="a9175ad5-2d00-4b3f-a36b-ccbe3b10d24a" providerId="ADAL" clId="{9CD05440-407D-459A-95BE-402CB22D2668}" dt="2026-05-04T21:30:53.842" v="1977" actId="26606"/>
          <ac:spMkLst>
            <pc:docMk/>
            <pc:sldMk cId="2589728480" sldId="271"/>
            <ac:spMk id="9" creationId="{2FCD9B94-D70B-4446-85E5-ACD3904289CB}"/>
          </ac:spMkLst>
        </pc:spChg>
        <pc:spChg chg="add del">
          <ac:chgData name="Melone, Donald D." userId="a9175ad5-2d00-4b3f-a36b-ccbe3b10d24a" providerId="ADAL" clId="{9CD05440-407D-459A-95BE-402CB22D2668}" dt="2026-05-04T21:49:23.897" v="2134" actId="26606"/>
          <ac:spMkLst>
            <pc:docMk/>
            <pc:sldMk cId="2589728480" sldId="271"/>
            <ac:spMk id="14" creationId="{85428F22-76B3-4107-AADE-3F9EC95FD325}"/>
          </ac:spMkLst>
        </pc:spChg>
        <pc:spChg chg="add del">
          <ac:chgData name="Melone, Donald D." userId="a9175ad5-2d00-4b3f-a36b-ccbe3b10d24a" providerId="ADAL" clId="{9CD05440-407D-459A-95BE-402CB22D2668}" dt="2026-05-04T21:49:10.104" v="2133" actId="26606"/>
          <ac:spMkLst>
            <pc:docMk/>
            <pc:sldMk cId="2589728480" sldId="271"/>
            <ac:spMk id="25" creationId="{6CA4EC59-B8A3-489A-9FB4-AA0699200E65}"/>
          </ac:spMkLst>
        </pc:spChg>
        <pc:spChg chg="add del">
          <ac:chgData name="Melone, Donald D." userId="a9175ad5-2d00-4b3f-a36b-ccbe3b10d24a" providerId="ADAL" clId="{9CD05440-407D-459A-95BE-402CB22D2668}" dt="2026-05-04T21:49:10.104" v="2133" actId="26606"/>
          <ac:spMkLst>
            <pc:docMk/>
            <pc:sldMk cId="2589728480" sldId="271"/>
            <ac:spMk id="26" creationId="{1143E968-E203-496D-A1AD-2EA10AB3E786}"/>
          </ac:spMkLst>
        </pc:spChg>
        <pc:spChg chg="add del">
          <ac:chgData name="Melone, Donald D." userId="a9175ad5-2d00-4b3f-a36b-ccbe3b10d24a" providerId="ADAL" clId="{9CD05440-407D-459A-95BE-402CB22D2668}" dt="2026-05-04T21:49:29.341" v="2135" actId="26606"/>
          <ac:spMkLst>
            <pc:docMk/>
            <pc:sldMk cId="2589728480" sldId="271"/>
            <ac:spMk id="27" creationId="{6CA4EC59-B8A3-489A-9FB4-AA0699200E65}"/>
          </ac:spMkLst>
        </pc:spChg>
        <pc:spChg chg="add del">
          <ac:chgData name="Melone, Donald D." userId="a9175ad5-2d00-4b3f-a36b-ccbe3b10d24a" providerId="ADAL" clId="{9CD05440-407D-459A-95BE-402CB22D2668}" dt="2026-05-04T21:48:36.678" v="2127" actId="26606"/>
          <ac:spMkLst>
            <pc:docMk/>
            <pc:sldMk cId="2589728480" sldId="271"/>
            <ac:spMk id="28" creationId="{2FCD9B94-D70B-4446-85E5-ACD3904289CB}"/>
          </ac:spMkLst>
        </pc:spChg>
        <pc:spChg chg="add del">
          <ac:chgData name="Melone, Donald D." userId="a9175ad5-2d00-4b3f-a36b-ccbe3b10d24a" providerId="ADAL" clId="{9CD05440-407D-459A-95BE-402CB22D2668}" dt="2026-05-04T21:49:29.341" v="2135" actId="26606"/>
          <ac:spMkLst>
            <pc:docMk/>
            <pc:sldMk cId="2589728480" sldId="271"/>
            <ac:spMk id="29" creationId="{1143E968-E203-496D-A1AD-2EA10AB3E786}"/>
          </ac:spMkLst>
        </pc:spChg>
        <pc:spChg chg="add del">
          <ac:chgData name="Melone, Donald D." userId="a9175ad5-2d00-4b3f-a36b-ccbe3b10d24a" providerId="ADAL" clId="{9CD05440-407D-459A-95BE-402CB22D2668}" dt="2026-05-04T21:50:25.284" v="2138" actId="26606"/>
          <ac:spMkLst>
            <pc:docMk/>
            <pc:sldMk cId="2589728480" sldId="271"/>
            <ac:spMk id="49" creationId="{6AD30037-67ED-4367-9BE0-45787510BF13}"/>
          </ac:spMkLst>
        </pc:spChg>
        <pc:spChg chg="add del">
          <ac:chgData name="Melone, Donald D." userId="a9175ad5-2d00-4b3f-a36b-ccbe3b10d24a" providerId="ADAL" clId="{9CD05440-407D-459A-95BE-402CB22D2668}" dt="2026-05-04T21:51:11.146" v="2143" actId="26606"/>
          <ac:spMkLst>
            <pc:docMk/>
            <pc:sldMk cId="2589728480" sldId="271"/>
            <ac:spMk id="62" creationId="{6AD30037-67ED-4367-9BE0-45787510BF13}"/>
          </ac:spMkLst>
        </pc:spChg>
        <pc:spChg chg="add del">
          <ac:chgData name="Melone, Donald D." userId="a9175ad5-2d00-4b3f-a36b-ccbe3b10d24a" providerId="ADAL" clId="{9CD05440-407D-459A-95BE-402CB22D2668}" dt="2026-05-04T21:51:11.146" v="2143" actId="26606"/>
          <ac:spMkLst>
            <pc:docMk/>
            <pc:sldMk cId="2589728480" sldId="271"/>
            <ac:spMk id="64" creationId="{AAAE29C6-F6DD-4D29-805A-6C214EA9C040}"/>
          </ac:spMkLst>
        </pc:spChg>
        <pc:spChg chg="add">
          <ac:chgData name="Melone, Donald D." userId="a9175ad5-2d00-4b3f-a36b-ccbe3b10d24a" providerId="ADAL" clId="{9CD05440-407D-459A-95BE-402CB22D2668}" dt="2026-05-04T21:51:11.146" v="2143" actId="26606"/>
          <ac:spMkLst>
            <pc:docMk/>
            <pc:sldMk cId="2589728480" sldId="271"/>
            <ac:spMk id="77" creationId="{2FCD9B94-D70B-4446-85E5-ACD3904289CB}"/>
          </ac:spMkLst>
        </pc:spChg>
        <pc:grpChg chg="add del">
          <ac:chgData name="Melone, Donald D." userId="a9175ad5-2d00-4b3f-a36b-ccbe3b10d24a" providerId="ADAL" clId="{9CD05440-407D-459A-95BE-402CB22D2668}" dt="2026-05-04T21:49:23.897" v="2134" actId="26606"/>
          <ac:grpSpMkLst>
            <pc:docMk/>
            <pc:sldMk cId="2589728480" sldId="271"/>
            <ac:grpSpMk id="15" creationId="{78326E10-C8CB-487F-A110-F861268DE619}"/>
          </ac:grpSpMkLst>
        </pc:grpChg>
        <pc:grpChg chg="add del">
          <ac:chgData name="Melone, Donald D." userId="a9175ad5-2d00-4b3f-a36b-ccbe3b10d24a" providerId="ADAL" clId="{9CD05440-407D-459A-95BE-402CB22D2668}" dt="2026-05-04T21:49:23.897" v="2134" actId="26606"/>
          <ac:grpSpMkLst>
            <pc:docMk/>
            <pc:sldMk cId="2589728480" sldId="271"/>
            <ac:grpSpMk id="22" creationId="{5346FBCF-5353-4172-96F5-4B7EB07777C4}"/>
          </ac:grpSpMkLst>
        </pc:grpChg>
        <pc:grpChg chg="add del">
          <ac:chgData name="Melone, Donald D." userId="a9175ad5-2d00-4b3f-a36b-ccbe3b10d24a" providerId="ADAL" clId="{9CD05440-407D-459A-95BE-402CB22D2668}" dt="2026-05-04T21:49:29.341" v="2135" actId="26606"/>
          <ac:grpSpMkLst>
            <pc:docMk/>
            <pc:sldMk cId="2589728480" sldId="271"/>
            <ac:grpSpMk id="31" creationId="{FBB3444A-472E-400E-81D0-7CCDEEECC9C3}"/>
          </ac:grpSpMkLst>
        </pc:grpChg>
        <pc:grpChg chg="add del">
          <ac:chgData name="Melone, Donald D." userId="a9175ad5-2d00-4b3f-a36b-ccbe3b10d24a" providerId="ADAL" clId="{9CD05440-407D-459A-95BE-402CB22D2668}" dt="2026-05-04T21:49:10.104" v="2133" actId="26606"/>
          <ac:grpSpMkLst>
            <pc:docMk/>
            <pc:sldMk cId="2589728480" sldId="271"/>
            <ac:grpSpMk id="32" creationId="{FBB3444A-472E-400E-81D0-7CCDEEECC9C3}"/>
          </ac:grpSpMkLst>
        </pc:grpChg>
        <pc:grpChg chg="add del">
          <ac:chgData name="Melone, Donald D." userId="a9175ad5-2d00-4b3f-a36b-ccbe3b10d24a" providerId="ADAL" clId="{9CD05440-407D-459A-95BE-402CB22D2668}" dt="2026-05-04T21:50:25.284" v="2138" actId="26606"/>
          <ac:grpSpMkLst>
            <pc:docMk/>
            <pc:sldMk cId="2589728480" sldId="271"/>
            <ac:grpSpMk id="51" creationId="{50841A4E-5BC1-44B4-83CF-D524E8AEAD64}"/>
          </ac:grpSpMkLst>
        </pc:grpChg>
        <pc:grpChg chg="add del">
          <ac:chgData name="Melone, Donald D." userId="a9175ad5-2d00-4b3f-a36b-ccbe3b10d24a" providerId="ADAL" clId="{9CD05440-407D-459A-95BE-402CB22D2668}" dt="2026-05-04T21:51:11.146" v="2143" actId="26606"/>
          <ac:grpSpMkLst>
            <pc:docMk/>
            <pc:sldMk cId="2589728480" sldId="271"/>
            <ac:grpSpMk id="66" creationId="{50841A4E-5BC1-44B4-83CF-D524E8AEAD64}"/>
          </ac:grpSpMkLst>
        </pc:grpChg>
        <pc:picChg chg="add del">
          <ac:chgData name="Melone, Donald D." userId="a9175ad5-2d00-4b3f-a36b-ccbe3b10d24a" providerId="ADAL" clId="{9CD05440-407D-459A-95BE-402CB22D2668}" dt="2026-05-04T21:30:53.842" v="1977" actId="26606"/>
          <ac:picMkLst>
            <pc:docMk/>
            <pc:sldMk cId="2589728480" sldId="271"/>
            <ac:picMk id="5" creationId="{30FB017B-4404-B9EB-FC19-C80B119D10EE}"/>
          </ac:picMkLst>
        </pc:picChg>
        <pc:picChg chg="add mod">
          <ac:chgData name="Melone, Donald D." userId="a9175ad5-2d00-4b3f-a36b-ccbe3b10d24a" providerId="ADAL" clId="{9CD05440-407D-459A-95BE-402CB22D2668}" dt="2026-05-04T21:51:11.146" v="2143" actId="26606"/>
          <ac:picMkLst>
            <pc:docMk/>
            <pc:sldMk cId="2589728480" sldId="271"/>
            <ac:picMk id="23" creationId="{B8895850-9E0A-A0A6-724D-FFE61FD329B5}"/>
          </ac:picMkLst>
        </pc:picChg>
        <pc:cxnChg chg="add del">
          <ac:chgData name="Melone, Donald D." userId="a9175ad5-2d00-4b3f-a36b-ccbe3b10d24a" providerId="ADAL" clId="{9CD05440-407D-459A-95BE-402CB22D2668}" dt="2026-05-04T21:30:53.842" v="1977" actId="26606"/>
          <ac:cxnSpMkLst>
            <pc:docMk/>
            <pc:sldMk cId="2589728480" sldId="271"/>
            <ac:cxnSpMk id="11" creationId="{3378FF8B-3743-48E1-88E3-F4CADB3DECE5}"/>
          </ac:cxnSpMkLst>
        </pc:cxnChg>
        <pc:cxnChg chg="add del">
          <ac:chgData name="Melone, Donald D." userId="a9175ad5-2d00-4b3f-a36b-ccbe3b10d24a" providerId="ADAL" clId="{9CD05440-407D-459A-95BE-402CB22D2668}" dt="2026-05-04T21:48:36.678" v="2127" actId="26606"/>
          <ac:cxnSpMkLst>
            <pc:docMk/>
            <pc:sldMk cId="2589728480" sldId="271"/>
            <ac:cxnSpMk id="30" creationId="{3378FF8B-3743-48E1-88E3-F4CADB3DECE5}"/>
          </ac:cxnSpMkLst>
        </pc:cxnChg>
        <pc:cxnChg chg="add">
          <ac:chgData name="Melone, Donald D." userId="a9175ad5-2d00-4b3f-a36b-ccbe3b10d24a" providerId="ADAL" clId="{9CD05440-407D-459A-95BE-402CB22D2668}" dt="2026-05-04T21:51:11.146" v="2143" actId="26606"/>
          <ac:cxnSpMkLst>
            <pc:docMk/>
            <pc:sldMk cId="2589728480" sldId="271"/>
            <ac:cxnSpMk id="79" creationId="{3378FF8B-3743-48E1-88E3-F4CADB3DECE5}"/>
          </ac:cxnSpMkLst>
        </pc:cxnChg>
      </pc:sldChg>
      <pc:sldChg chg="addSp delSp modSp add del mod setBg">
        <pc:chgData name="Melone, Donald D." userId="a9175ad5-2d00-4b3f-a36b-ccbe3b10d24a" providerId="ADAL" clId="{9CD05440-407D-459A-95BE-402CB22D2668}" dt="2026-05-04T22:13:22.701" v="2348" actId="2696"/>
        <pc:sldMkLst>
          <pc:docMk/>
          <pc:sldMk cId="3170108985" sldId="272"/>
        </pc:sldMkLst>
        <pc:spChg chg="mod">
          <ac:chgData name="Melone, Donald D." userId="a9175ad5-2d00-4b3f-a36b-ccbe3b10d24a" providerId="ADAL" clId="{9CD05440-407D-459A-95BE-402CB22D2668}" dt="2026-05-04T21:35:10.962" v="2033" actId="26606"/>
          <ac:spMkLst>
            <pc:docMk/>
            <pc:sldMk cId="3170108985" sldId="272"/>
            <ac:spMk id="2" creationId="{A57820C2-8A10-A6FB-7E65-EEC501E4BA8F}"/>
          </ac:spMkLst>
        </pc:spChg>
        <pc:spChg chg="add del mod">
          <ac:chgData name="Melone, Donald D." userId="a9175ad5-2d00-4b3f-a36b-ccbe3b10d24a" providerId="ADAL" clId="{9CD05440-407D-459A-95BE-402CB22D2668}" dt="2026-05-04T21:35:10.962" v="2033" actId="26606"/>
          <ac:spMkLst>
            <pc:docMk/>
            <pc:sldMk cId="3170108985" sldId="272"/>
            <ac:spMk id="3" creationId="{84761773-4340-B64E-3998-636B2F181181}"/>
          </ac:spMkLst>
        </pc:spChg>
        <pc:spChg chg="add mod">
          <ac:chgData name="Melone, Donald D." userId="a9175ad5-2d00-4b3f-a36b-ccbe3b10d24a" providerId="ADAL" clId="{9CD05440-407D-459A-95BE-402CB22D2668}" dt="2026-05-04T22:12:52.706" v="2333" actId="21"/>
          <ac:spMkLst>
            <pc:docMk/>
            <pc:sldMk cId="3170108985" sldId="272"/>
            <ac:spMk id="7" creationId="{A9497B09-B943-5C07-D7A4-C5F1B4C78E43}"/>
          </ac:spMkLst>
        </pc:spChg>
        <pc:graphicFrameChg chg="add del">
          <ac:chgData name="Melone, Donald D." userId="a9175ad5-2d00-4b3f-a36b-ccbe3b10d24a" providerId="ADAL" clId="{9CD05440-407D-459A-95BE-402CB22D2668}" dt="2026-05-04T21:33:18.359" v="1993" actId="26606"/>
          <ac:graphicFrameMkLst>
            <pc:docMk/>
            <pc:sldMk cId="3170108985" sldId="272"/>
            <ac:graphicFrameMk id="5" creationId="{39E6A416-A2C6-EA26-DA44-BD7DF479C189}"/>
          </ac:graphicFrameMkLst>
        </pc:graphicFrameChg>
        <pc:graphicFrameChg chg="add del mod modGraphic">
          <ac:chgData name="Melone, Donald D." userId="a9175ad5-2d00-4b3f-a36b-ccbe3b10d24a" providerId="ADAL" clId="{9CD05440-407D-459A-95BE-402CB22D2668}" dt="2026-05-04T22:12:52.706" v="2333" actId="21"/>
          <ac:graphicFrameMkLst>
            <pc:docMk/>
            <pc:sldMk cId="3170108985" sldId="272"/>
            <ac:graphicFrameMk id="6" creationId="{FC6DEE38-2315-2023-A983-AD2756A588CB}"/>
          </ac:graphicFrameMkLst>
        </pc:graphicFrameChg>
      </pc:sldChg>
      <pc:sldChg chg="addSp delSp modSp new mod setBg setClrOvrMap">
        <pc:chgData name="Melone, Donald D." userId="a9175ad5-2d00-4b3f-a36b-ccbe3b10d24a" providerId="ADAL" clId="{9CD05440-407D-459A-95BE-402CB22D2668}" dt="2026-05-04T22:45:38.931" v="3478" actId="14826"/>
        <pc:sldMkLst>
          <pc:docMk/>
          <pc:sldMk cId="1370327322" sldId="273"/>
        </pc:sldMkLst>
        <pc:spChg chg="mod ord">
          <ac:chgData name="Melone, Donald D." userId="a9175ad5-2d00-4b3f-a36b-ccbe3b10d24a" providerId="ADAL" clId="{9CD05440-407D-459A-95BE-402CB22D2668}" dt="2026-05-04T21:46:54.992" v="2109" actId="26606"/>
          <ac:spMkLst>
            <pc:docMk/>
            <pc:sldMk cId="1370327322" sldId="273"/>
            <ac:spMk id="2" creationId="{5E1A6772-0A84-38BC-AB3D-1473767145CA}"/>
          </ac:spMkLst>
        </pc:spChg>
        <pc:spChg chg="del">
          <ac:chgData name="Melone, Donald D." userId="a9175ad5-2d00-4b3f-a36b-ccbe3b10d24a" providerId="ADAL" clId="{9CD05440-407D-459A-95BE-402CB22D2668}" dt="2026-05-04T21:35:43.786" v="2040" actId="478"/>
          <ac:spMkLst>
            <pc:docMk/>
            <pc:sldMk cId="1370327322" sldId="273"/>
            <ac:spMk id="3" creationId="{A0BCF756-AAEE-2551-B41B-43C13610F961}"/>
          </ac:spMkLst>
        </pc:spChg>
        <pc:spChg chg="add del">
          <ac:chgData name="Melone, Donald D." userId="a9175ad5-2d00-4b3f-a36b-ccbe3b10d24a" providerId="ADAL" clId="{9CD05440-407D-459A-95BE-402CB22D2668}" dt="2026-05-04T21:46:54.992" v="2109" actId="26606"/>
          <ac:spMkLst>
            <pc:docMk/>
            <pc:sldMk cId="1370327322" sldId="273"/>
            <ac:spMk id="16" creationId="{C2A2366C-96BE-4587-BABC-529047265AC1}"/>
          </ac:spMkLst>
        </pc:spChg>
        <pc:spChg chg="add del">
          <ac:chgData name="Melone, Donald D." userId="a9175ad5-2d00-4b3f-a36b-ccbe3b10d24a" providerId="ADAL" clId="{9CD05440-407D-459A-95BE-402CB22D2668}" dt="2026-05-04T21:45:36.709" v="2051" actId="26606"/>
          <ac:spMkLst>
            <pc:docMk/>
            <pc:sldMk cId="1370327322" sldId="273"/>
            <ac:spMk id="20" creationId="{F64080D6-34DE-4277-97CC-2FB3812846DA}"/>
          </ac:spMkLst>
        </pc:spChg>
        <pc:spChg chg="add del">
          <ac:chgData name="Melone, Donald D." userId="a9175ad5-2d00-4b3f-a36b-ccbe3b10d24a" providerId="ADAL" clId="{9CD05440-407D-459A-95BE-402CB22D2668}" dt="2026-05-04T21:45:43.146" v="2053" actId="26606"/>
          <ac:spMkLst>
            <pc:docMk/>
            <pc:sldMk cId="1370327322" sldId="273"/>
            <ac:spMk id="22" creationId="{C884A6B2-90E9-4BDB-8503-71AC02D3956A}"/>
          </ac:spMkLst>
        </pc:spChg>
        <pc:spChg chg="add del">
          <ac:chgData name="Melone, Donald D." userId="a9175ad5-2d00-4b3f-a36b-ccbe3b10d24a" providerId="ADAL" clId="{9CD05440-407D-459A-95BE-402CB22D2668}" dt="2026-05-04T21:45:43.146" v="2053" actId="26606"/>
          <ac:spMkLst>
            <pc:docMk/>
            <pc:sldMk cId="1370327322" sldId="273"/>
            <ac:spMk id="37" creationId="{5EF08599-3FED-4288-A20D-E7BCAC3B8E26}"/>
          </ac:spMkLst>
        </pc:spChg>
        <pc:grpChg chg="add del">
          <ac:chgData name="Melone, Donald D." userId="a9175ad5-2d00-4b3f-a36b-ccbe3b10d24a" providerId="ADAL" clId="{9CD05440-407D-459A-95BE-402CB22D2668}" dt="2026-05-04T21:46:54.992" v="2109" actId="26606"/>
          <ac:grpSpMkLst>
            <pc:docMk/>
            <pc:sldMk cId="1370327322" sldId="273"/>
            <ac:grpSpMk id="8" creationId="{08F94D66-27EC-4CB8-8226-D7F41C161863}"/>
          </ac:grpSpMkLst>
        </pc:grpChg>
        <pc:grpChg chg="add del">
          <ac:chgData name="Melone, Donald D." userId="a9175ad5-2d00-4b3f-a36b-ccbe3b10d24a" providerId="ADAL" clId="{9CD05440-407D-459A-95BE-402CB22D2668}" dt="2026-05-04T21:45:36.709" v="2051" actId="26606"/>
          <ac:grpSpMkLst>
            <pc:docMk/>
            <pc:sldMk cId="1370327322" sldId="273"/>
            <ac:grpSpMk id="12" creationId="{08F94D66-27EC-4CB8-8226-D7F41C161863}"/>
          </ac:grpSpMkLst>
        </pc:grpChg>
        <pc:grpChg chg="add">
          <ac:chgData name="Melone, Donald D." userId="a9175ad5-2d00-4b3f-a36b-ccbe3b10d24a" providerId="ADAL" clId="{9CD05440-407D-459A-95BE-402CB22D2668}" dt="2026-05-04T21:46:54.992" v="2109" actId="26606"/>
          <ac:grpSpMkLst>
            <pc:docMk/>
            <pc:sldMk cId="1370327322" sldId="273"/>
            <ac:grpSpMk id="21" creationId="{08F94D66-27EC-4CB8-8226-D7F41C161863}"/>
          </ac:grpSpMkLst>
        </pc:grpChg>
        <pc:grpChg chg="add del">
          <ac:chgData name="Melone, Donald D." userId="a9175ad5-2d00-4b3f-a36b-ccbe3b10d24a" providerId="ADAL" clId="{9CD05440-407D-459A-95BE-402CB22D2668}" dt="2026-05-04T21:45:43.146" v="2053" actId="26606"/>
          <ac:grpSpMkLst>
            <pc:docMk/>
            <pc:sldMk cId="1370327322" sldId="273"/>
            <ac:grpSpMk id="23" creationId="{08F94D66-27EC-4CB8-8226-D7F41C161863}"/>
          </ac:grpSpMkLst>
        </pc:grpChg>
        <pc:grpChg chg="add del">
          <ac:chgData name="Melone, Donald D." userId="a9175ad5-2d00-4b3f-a36b-ccbe3b10d24a" providerId="ADAL" clId="{9CD05440-407D-459A-95BE-402CB22D2668}" dt="2026-05-04T21:45:43.146" v="2053" actId="26606"/>
          <ac:grpSpMkLst>
            <pc:docMk/>
            <pc:sldMk cId="1370327322" sldId="273"/>
            <ac:grpSpMk id="24" creationId="{E9046BC8-D404-4E7D-9202-A07F3FDD3823}"/>
          </ac:grpSpMkLst>
        </pc:grpChg>
        <pc:grpChg chg="add">
          <ac:chgData name="Melone, Donald D." userId="a9175ad5-2d00-4b3f-a36b-ccbe3b10d24a" providerId="ADAL" clId="{9CD05440-407D-459A-95BE-402CB22D2668}" dt="2026-05-04T21:46:54.992" v="2109" actId="26606"/>
          <ac:grpSpMkLst>
            <pc:docMk/>
            <pc:sldMk cId="1370327322" sldId="273"/>
            <ac:grpSpMk id="29" creationId="{0A3EF779-83DD-4EB0-9F4C-7304381A2870}"/>
          </ac:grpSpMkLst>
        </pc:grpChg>
        <pc:picChg chg="add mod">
          <ac:chgData name="Melone, Donald D." userId="a9175ad5-2d00-4b3f-a36b-ccbe3b10d24a" providerId="ADAL" clId="{9CD05440-407D-459A-95BE-402CB22D2668}" dt="2026-05-04T22:45:38.931" v="3478" actId="14826"/>
          <ac:picMkLst>
            <pc:docMk/>
            <pc:sldMk cId="1370327322" sldId="273"/>
            <ac:picMk id="4" creationId="{64588687-515C-847F-4C46-CA53257A7B93}"/>
          </ac:picMkLst>
        </pc:picChg>
        <pc:picChg chg="add del mod">
          <ac:chgData name="Melone, Donald D." userId="a9175ad5-2d00-4b3f-a36b-ccbe3b10d24a" providerId="ADAL" clId="{9CD05440-407D-459A-95BE-402CB22D2668}" dt="2026-05-04T21:41:14.074" v="2048" actId="478"/>
          <ac:picMkLst>
            <pc:docMk/>
            <pc:sldMk cId="1370327322" sldId="273"/>
            <ac:picMk id="5" creationId="{E42B1304-33EB-AD15-7A8B-FD07071D7D2E}"/>
          </ac:picMkLst>
        </pc:picChg>
        <pc:picChg chg="add del mod">
          <ac:chgData name="Melone, Donald D." userId="a9175ad5-2d00-4b3f-a36b-ccbe3b10d24a" providerId="ADAL" clId="{9CD05440-407D-459A-95BE-402CB22D2668}" dt="2026-05-04T21:46:10.984" v="2054" actId="478"/>
          <ac:picMkLst>
            <pc:docMk/>
            <pc:sldMk cId="1370327322" sldId="273"/>
            <ac:picMk id="7" creationId="{0E4F4CC8-F66E-461C-9C0B-1517B7B52AFD}"/>
          </ac:picMkLst>
        </pc:picChg>
      </pc:sldChg>
      <pc:sldChg chg="new del">
        <pc:chgData name="Melone, Donald D." userId="a9175ad5-2d00-4b3f-a36b-ccbe3b10d24a" providerId="ADAL" clId="{9CD05440-407D-459A-95BE-402CB22D2668}" dt="2026-05-04T21:52:56.867" v="2161" actId="680"/>
        <pc:sldMkLst>
          <pc:docMk/>
          <pc:sldMk cId="2840497172" sldId="274"/>
        </pc:sldMkLst>
      </pc:sldChg>
      <pc:sldChg chg="add del">
        <pc:chgData name="Melone, Donald D." userId="a9175ad5-2d00-4b3f-a36b-ccbe3b10d24a" providerId="ADAL" clId="{9CD05440-407D-459A-95BE-402CB22D2668}" dt="2026-05-04T21:52:54.569" v="2159" actId="2890"/>
        <pc:sldMkLst>
          <pc:docMk/>
          <pc:sldMk cId="3747244693" sldId="274"/>
        </pc:sldMkLst>
      </pc:sldChg>
      <pc:sldChg chg="addSp delSp modSp new add del mod setBg">
        <pc:chgData name="Melone, Donald D." userId="a9175ad5-2d00-4b3f-a36b-ccbe3b10d24a" providerId="ADAL" clId="{9CD05440-407D-459A-95BE-402CB22D2668}" dt="2026-05-04T22:16:39.496" v="2374" actId="2696"/>
        <pc:sldMkLst>
          <pc:docMk/>
          <pc:sldMk cId="3864707462" sldId="274"/>
        </pc:sldMkLst>
        <pc:spChg chg="add del">
          <ac:chgData name="Melone, Donald D." userId="a9175ad5-2d00-4b3f-a36b-ccbe3b10d24a" providerId="ADAL" clId="{9CD05440-407D-459A-95BE-402CB22D2668}" dt="2026-05-04T21:54:39.687" v="2165" actId="26606"/>
          <ac:spMkLst>
            <pc:docMk/>
            <pc:sldMk cId="3864707462" sldId="274"/>
            <ac:spMk id="2" creationId="{1E81DD29-D195-39C0-05A9-B794FF8178BE}"/>
          </ac:spMkLst>
        </pc:spChg>
        <pc:spChg chg="del">
          <ac:chgData name="Melone, Donald D." userId="a9175ad5-2d00-4b3f-a36b-ccbe3b10d24a" providerId="ADAL" clId="{9CD05440-407D-459A-95BE-402CB22D2668}" dt="2026-05-04T21:54:27.076" v="2163" actId="931"/>
          <ac:spMkLst>
            <pc:docMk/>
            <pc:sldMk cId="3864707462" sldId="274"/>
            <ac:spMk id="3" creationId="{F8DC6E2C-8FD4-7A72-00C7-EFCED47F2435}"/>
          </ac:spMkLst>
        </pc:spChg>
        <pc:spChg chg="add mod">
          <ac:chgData name="Melone, Donald D." userId="a9175ad5-2d00-4b3f-a36b-ccbe3b10d24a" providerId="ADAL" clId="{9CD05440-407D-459A-95BE-402CB22D2668}" dt="2026-05-04T21:54:43.542" v="2166" actId="478"/>
          <ac:spMkLst>
            <pc:docMk/>
            <pc:sldMk cId="3864707462" sldId="274"/>
            <ac:spMk id="7" creationId="{EED5F97A-EA4D-E55A-84E9-50AD15931650}"/>
          </ac:spMkLst>
        </pc:spChg>
        <pc:grpChg chg="add del">
          <ac:chgData name="Melone, Donald D." userId="a9175ad5-2d00-4b3f-a36b-ccbe3b10d24a" providerId="ADAL" clId="{9CD05440-407D-459A-95BE-402CB22D2668}" dt="2026-05-04T21:54:39.687" v="2165" actId="26606"/>
          <ac:grpSpMkLst>
            <pc:docMk/>
            <pc:sldMk cId="3864707462" sldId="274"/>
            <ac:grpSpMk id="10" creationId="{6ADA8EC3-01C5-453C-91A6-D01B9E15BF0B}"/>
          </ac:grpSpMkLst>
        </pc:grpChg>
        <pc:grpChg chg="add del">
          <ac:chgData name="Melone, Donald D." userId="a9175ad5-2d00-4b3f-a36b-ccbe3b10d24a" providerId="ADAL" clId="{9CD05440-407D-459A-95BE-402CB22D2668}" dt="2026-05-04T21:54:39.687" v="2165" actId="26606"/>
          <ac:grpSpMkLst>
            <pc:docMk/>
            <pc:sldMk cId="3864707462" sldId="274"/>
            <ac:grpSpMk id="18" creationId="{C2EAC6F4-CC14-4018-8EB7-80E98A20725F}"/>
          </ac:grpSpMkLst>
        </pc:grpChg>
        <pc:picChg chg="add del mod ord">
          <ac:chgData name="Melone, Donald D." userId="a9175ad5-2d00-4b3f-a36b-ccbe3b10d24a" providerId="ADAL" clId="{9CD05440-407D-459A-95BE-402CB22D2668}" dt="2026-05-04T21:54:43.542" v="2166" actId="478"/>
          <ac:picMkLst>
            <pc:docMk/>
            <pc:sldMk cId="3864707462" sldId="274"/>
            <ac:picMk id="5" creationId="{CEDB7AD0-4BBE-CC98-CAA2-0E0CDA34A2AD}"/>
          </ac:picMkLst>
        </pc:picChg>
      </pc:sldChg>
      <pc:sldChg chg="addSp delSp modSp new mod setBg setClrOvrMap">
        <pc:chgData name="Melone, Donald D." userId="a9175ad5-2d00-4b3f-a36b-ccbe3b10d24a" providerId="ADAL" clId="{9CD05440-407D-459A-95BE-402CB22D2668}" dt="2026-05-04T22:42:54.802" v="3470" actId="27636"/>
        <pc:sldMkLst>
          <pc:docMk/>
          <pc:sldMk cId="300258365" sldId="275"/>
        </pc:sldMkLst>
        <pc:spChg chg="mod">
          <ac:chgData name="Melone, Donald D." userId="a9175ad5-2d00-4b3f-a36b-ccbe3b10d24a" providerId="ADAL" clId="{9CD05440-407D-459A-95BE-402CB22D2668}" dt="2026-05-04T22:41:36.729" v="3438" actId="26606"/>
          <ac:spMkLst>
            <pc:docMk/>
            <pc:sldMk cId="300258365" sldId="275"/>
            <ac:spMk id="2" creationId="{FC0273C1-C31C-A706-27C5-2538049FD80F}"/>
          </ac:spMkLst>
        </pc:spChg>
        <pc:spChg chg="mod">
          <ac:chgData name="Melone, Donald D." userId="a9175ad5-2d00-4b3f-a36b-ccbe3b10d24a" providerId="ADAL" clId="{9CD05440-407D-459A-95BE-402CB22D2668}" dt="2026-05-04T22:42:54.802" v="3470" actId="27636"/>
          <ac:spMkLst>
            <pc:docMk/>
            <pc:sldMk cId="300258365" sldId="275"/>
            <ac:spMk id="3" creationId="{D9536B2B-A3FB-2938-D3CD-E911E01737AE}"/>
          </ac:spMkLst>
        </pc:spChg>
        <pc:spChg chg="add del mod">
          <ac:chgData name="Melone, Donald D." userId="a9175ad5-2d00-4b3f-a36b-ccbe3b10d24a" providerId="ADAL" clId="{9CD05440-407D-459A-95BE-402CB22D2668}" dt="2026-05-04T22:39:39.645" v="3366" actId="478"/>
          <ac:spMkLst>
            <pc:docMk/>
            <pc:sldMk cId="300258365" sldId="275"/>
            <ac:spMk id="5" creationId="{CB1B2D4F-930C-3733-CA81-4E61ABCD481A}"/>
          </ac:spMkLst>
        </pc:spChg>
        <pc:spChg chg="add del">
          <ac:chgData name="Melone, Donald D." userId="a9175ad5-2d00-4b3f-a36b-ccbe3b10d24a" providerId="ADAL" clId="{9CD05440-407D-459A-95BE-402CB22D2668}" dt="2026-05-04T22:41:36.729" v="3438" actId="26606"/>
          <ac:spMkLst>
            <pc:docMk/>
            <pc:sldMk cId="300258365" sldId="275"/>
            <ac:spMk id="6" creationId="{24C41CF4-4A13-4AA9-9300-CB7A2E37C861}"/>
          </ac:spMkLst>
        </pc:spChg>
        <pc:spChg chg="add del">
          <ac:chgData name="Melone, Donald D." userId="a9175ad5-2d00-4b3f-a36b-ccbe3b10d24a" providerId="ADAL" clId="{9CD05440-407D-459A-95BE-402CB22D2668}" dt="2026-05-04T22:40:10.475" v="3368" actId="26606"/>
          <ac:spMkLst>
            <pc:docMk/>
            <pc:sldMk cId="300258365" sldId="275"/>
            <ac:spMk id="8" creationId="{EFF64A51-0B9E-4405-A276-88E23C246294}"/>
          </ac:spMkLst>
        </pc:spChg>
        <pc:spChg chg="add del">
          <ac:chgData name="Melone, Donald D." userId="a9175ad5-2d00-4b3f-a36b-ccbe3b10d24a" providerId="ADAL" clId="{9CD05440-407D-459A-95BE-402CB22D2668}" dt="2026-05-04T22:40:10.475" v="3368" actId="26606"/>
          <ac:spMkLst>
            <pc:docMk/>
            <pc:sldMk cId="300258365" sldId="275"/>
            <ac:spMk id="10" creationId="{6B9B3D5D-FAFA-4C3E-85A7-25E2B5A5616A}"/>
          </ac:spMkLst>
        </pc:spChg>
        <pc:spChg chg="add del">
          <ac:chgData name="Melone, Donald D." userId="a9175ad5-2d00-4b3f-a36b-ccbe3b10d24a" providerId="ADAL" clId="{9CD05440-407D-459A-95BE-402CB22D2668}" dt="2026-05-04T22:40:10.475" v="3368" actId="26606"/>
          <ac:spMkLst>
            <pc:docMk/>
            <pc:sldMk cId="300258365" sldId="275"/>
            <ac:spMk id="12" creationId="{ABD1EBD0-A060-48EA-BCD1-847EA8790977}"/>
          </ac:spMkLst>
        </pc:spChg>
        <pc:spChg chg="add">
          <ac:chgData name="Melone, Donald D." userId="a9175ad5-2d00-4b3f-a36b-ccbe3b10d24a" providerId="ADAL" clId="{9CD05440-407D-459A-95BE-402CB22D2668}" dt="2026-05-04T22:41:36.729" v="3438" actId="26606"/>
          <ac:spMkLst>
            <pc:docMk/>
            <pc:sldMk cId="300258365" sldId="275"/>
            <ac:spMk id="13" creationId="{6AD30037-67ED-4367-9BE0-45787510BF13}"/>
          </ac:spMkLst>
        </pc:spChg>
        <pc:spChg chg="add del">
          <ac:chgData name="Melone, Donald D." userId="a9175ad5-2d00-4b3f-a36b-ccbe3b10d24a" providerId="ADAL" clId="{9CD05440-407D-459A-95BE-402CB22D2668}" dt="2026-05-04T22:40:20.569" v="3370" actId="26606"/>
          <ac:spMkLst>
            <pc:docMk/>
            <pc:sldMk cId="300258365" sldId="275"/>
            <ac:spMk id="14" creationId="{24C41CF4-4A13-4AA9-9300-CB7A2E37C861}"/>
          </ac:spMkLst>
        </pc:spChg>
        <pc:spChg chg="add del">
          <ac:chgData name="Melone, Donald D." userId="a9175ad5-2d00-4b3f-a36b-ccbe3b10d24a" providerId="ADAL" clId="{9CD05440-407D-459A-95BE-402CB22D2668}" dt="2026-05-04T22:40:23.370" v="3372" actId="26606"/>
          <ac:spMkLst>
            <pc:docMk/>
            <pc:sldMk cId="300258365" sldId="275"/>
            <ac:spMk id="17" creationId="{EFF64A51-0B9E-4405-A276-88E23C246294}"/>
          </ac:spMkLst>
        </pc:spChg>
        <pc:spChg chg="add del">
          <ac:chgData name="Melone, Donald D." userId="a9175ad5-2d00-4b3f-a36b-ccbe3b10d24a" providerId="ADAL" clId="{9CD05440-407D-459A-95BE-402CB22D2668}" dt="2026-05-04T22:40:23.370" v="3372" actId="26606"/>
          <ac:spMkLst>
            <pc:docMk/>
            <pc:sldMk cId="300258365" sldId="275"/>
            <ac:spMk id="18" creationId="{6B9B3D5D-FAFA-4C3E-85A7-25E2B5A5616A}"/>
          </ac:spMkLst>
        </pc:spChg>
        <pc:spChg chg="add del">
          <ac:chgData name="Melone, Donald D." userId="a9175ad5-2d00-4b3f-a36b-ccbe3b10d24a" providerId="ADAL" clId="{9CD05440-407D-459A-95BE-402CB22D2668}" dt="2026-05-04T22:40:23.370" v="3372" actId="26606"/>
          <ac:spMkLst>
            <pc:docMk/>
            <pc:sldMk cId="300258365" sldId="275"/>
            <ac:spMk id="19" creationId="{ABD1EBD0-A060-48EA-BCD1-847EA8790977}"/>
          </ac:spMkLst>
        </pc:spChg>
        <pc:grpChg chg="add">
          <ac:chgData name="Melone, Donald D." userId="a9175ad5-2d00-4b3f-a36b-ccbe3b10d24a" providerId="ADAL" clId="{9CD05440-407D-459A-95BE-402CB22D2668}" dt="2026-05-04T22:41:36.729" v="3438" actId="26606"/>
          <ac:grpSpMkLst>
            <pc:docMk/>
            <pc:sldMk cId="300258365" sldId="275"/>
            <ac:grpSpMk id="11" creationId="{50841A4E-5BC1-44B4-83CF-D524E8AEAD64}"/>
          </ac:grpSpMkLst>
        </pc:grpChg>
        <pc:picChg chg="add">
          <ac:chgData name="Melone, Donald D." userId="a9175ad5-2d00-4b3f-a36b-ccbe3b10d24a" providerId="ADAL" clId="{9CD05440-407D-459A-95BE-402CB22D2668}" dt="2026-05-04T22:41:36.729" v="3438" actId="26606"/>
          <ac:picMkLst>
            <pc:docMk/>
            <pc:sldMk cId="300258365" sldId="275"/>
            <ac:picMk id="9" creationId="{C71B25B2-DAAB-1309-4FDE-7E8F72B83408}"/>
          </ac:picMkLst>
        </pc:picChg>
        <pc:cxnChg chg="add del">
          <ac:chgData name="Melone, Donald D." userId="a9175ad5-2d00-4b3f-a36b-ccbe3b10d24a" providerId="ADAL" clId="{9CD05440-407D-459A-95BE-402CB22D2668}" dt="2026-05-04T22:41:36.729" v="3438" actId="26606"/>
          <ac:cxnSpMkLst>
            <pc:docMk/>
            <pc:sldMk cId="300258365" sldId="275"/>
            <ac:cxnSpMk id="7" creationId="{7A77B115-9FF3-46AE-AE08-826DEB9A6246}"/>
          </ac:cxnSpMkLst>
        </pc:cxnChg>
        <pc:cxnChg chg="add del">
          <ac:chgData name="Melone, Donald D." userId="a9175ad5-2d00-4b3f-a36b-ccbe3b10d24a" providerId="ADAL" clId="{9CD05440-407D-459A-95BE-402CB22D2668}" dt="2026-05-04T22:40:20.569" v="3370" actId="26606"/>
          <ac:cxnSpMkLst>
            <pc:docMk/>
            <pc:sldMk cId="300258365" sldId="275"/>
            <ac:cxnSpMk id="15" creationId="{7A77B115-9FF3-46AE-AE08-826DEB9A6246}"/>
          </ac:cxnSpMkLst>
        </pc:cxnChg>
      </pc:sldChg>
      <pc:sldChg chg="addSp delSp modSp add mod">
        <pc:chgData name="Melone, Donald D." userId="a9175ad5-2d00-4b3f-a36b-ccbe3b10d24a" providerId="ADAL" clId="{9CD05440-407D-459A-95BE-402CB22D2668}" dt="2026-05-04T22:16:00.206" v="2369" actId="26606"/>
        <pc:sldMkLst>
          <pc:docMk/>
          <pc:sldMk cId="2248227485" sldId="276"/>
        </pc:sldMkLst>
        <pc:spChg chg="del">
          <ac:chgData name="Melone, Donald D." userId="a9175ad5-2d00-4b3f-a36b-ccbe3b10d24a" providerId="ADAL" clId="{9CD05440-407D-459A-95BE-402CB22D2668}" dt="2026-05-04T22:15:32.057" v="2363" actId="478"/>
          <ac:spMkLst>
            <pc:docMk/>
            <pc:sldMk cId="2248227485" sldId="276"/>
            <ac:spMk id="2" creationId="{5C890919-2964-0223-D991-B6F9309546EE}"/>
          </ac:spMkLst>
        </pc:spChg>
        <pc:spChg chg="del">
          <ac:chgData name="Melone, Donald D." userId="a9175ad5-2d00-4b3f-a36b-ccbe3b10d24a" providerId="ADAL" clId="{9CD05440-407D-459A-95BE-402CB22D2668}" dt="2026-05-04T22:15:32.057" v="2363" actId="478"/>
          <ac:spMkLst>
            <pc:docMk/>
            <pc:sldMk cId="2248227485" sldId="276"/>
            <ac:spMk id="3" creationId="{267DAA70-9163-D940-19B8-69F495992FFF}"/>
          </ac:spMkLst>
        </pc:spChg>
        <pc:spChg chg="add del mod">
          <ac:chgData name="Melone, Donald D." userId="a9175ad5-2d00-4b3f-a36b-ccbe3b10d24a" providerId="ADAL" clId="{9CD05440-407D-459A-95BE-402CB22D2668}" dt="2026-05-04T22:15:36.919" v="2365" actId="478"/>
          <ac:spMkLst>
            <pc:docMk/>
            <pc:sldMk cId="2248227485" sldId="276"/>
            <ac:spMk id="8" creationId="{2F68611F-B00D-F614-8702-F9CDE1CE8086}"/>
          </ac:spMkLst>
        </pc:spChg>
        <pc:spChg chg="add del mod">
          <ac:chgData name="Melone, Donald D." userId="a9175ad5-2d00-4b3f-a36b-ccbe3b10d24a" providerId="ADAL" clId="{9CD05440-407D-459A-95BE-402CB22D2668}" dt="2026-05-04T22:15:38.143" v="2366" actId="478"/>
          <ac:spMkLst>
            <pc:docMk/>
            <pc:sldMk cId="2248227485" sldId="276"/>
            <ac:spMk id="10" creationId="{90DD0508-45C5-C3CB-6E02-A4DB6DD84A11}"/>
          </ac:spMkLst>
        </pc:spChg>
        <pc:spChg chg="del">
          <ac:chgData name="Melone, Donald D." userId="a9175ad5-2d00-4b3f-a36b-ccbe3b10d24a" providerId="ADAL" clId="{9CD05440-407D-459A-95BE-402CB22D2668}" dt="2026-05-04T22:16:00.206" v="2369" actId="26606"/>
          <ac:spMkLst>
            <pc:docMk/>
            <pc:sldMk cId="2248227485" sldId="276"/>
            <ac:spMk id="44" creationId="{B1B2FA64-7063-312D-28AB-EFBE7C86FA9B}"/>
          </ac:spMkLst>
        </pc:spChg>
        <pc:grpChg chg="del">
          <ac:chgData name="Melone, Donald D." userId="a9175ad5-2d00-4b3f-a36b-ccbe3b10d24a" providerId="ADAL" clId="{9CD05440-407D-459A-95BE-402CB22D2668}" dt="2026-05-04T22:16:00.206" v="2369" actId="26606"/>
          <ac:grpSpMkLst>
            <pc:docMk/>
            <pc:sldMk cId="2248227485" sldId="276"/>
            <ac:grpSpMk id="46" creationId="{C68B6641-6209-AF6F-831C-A3A56FAE10D6}"/>
          </ac:grpSpMkLst>
        </pc:grpChg>
        <pc:grpChg chg="add">
          <ac:chgData name="Melone, Donald D." userId="a9175ad5-2d00-4b3f-a36b-ccbe3b10d24a" providerId="ADAL" clId="{9CD05440-407D-459A-95BE-402CB22D2668}" dt="2026-05-04T22:16:00.206" v="2369" actId="26606"/>
          <ac:grpSpMkLst>
            <pc:docMk/>
            <pc:sldMk cId="2248227485" sldId="276"/>
            <ac:grpSpMk id="57" creationId="{6ADA8EC3-01C5-453C-91A6-D01B9E15BF0B}"/>
          </ac:grpSpMkLst>
        </pc:grpChg>
        <pc:picChg chg="del">
          <ac:chgData name="Melone, Donald D." userId="a9175ad5-2d00-4b3f-a36b-ccbe3b10d24a" providerId="ADAL" clId="{9CD05440-407D-459A-95BE-402CB22D2668}" dt="2026-05-04T22:15:58.155" v="2368" actId="478"/>
          <ac:picMkLst>
            <pc:docMk/>
            <pc:sldMk cId="2248227485" sldId="276"/>
            <ac:picMk id="5" creationId="{A807AED5-C514-9DB2-78F2-AFF52439C5D6}"/>
          </ac:picMkLst>
        </pc:picChg>
        <pc:picChg chg="add del mod">
          <ac:chgData name="Melone, Donald D." userId="a9175ad5-2d00-4b3f-a36b-ccbe3b10d24a" providerId="ADAL" clId="{9CD05440-407D-459A-95BE-402CB22D2668}" dt="2026-05-04T22:15:35.204" v="2364" actId="478"/>
          <ac:picMkLst>
            <pc:docMk/>
            <pc:sldMk cId="2248227485" sldId="276"/>
            <ac:picMk id="6" creationId="{1DC7E7DF-A269-6C0E-3960-F5EBBDE3BBEF}"/>
          </ac:picMkLst>
        </pc:picChg>
        <pc:picChg chg="add mod">
          <ac:chgData name="Melone, Donald D." userId="a9175ad5-2d00-4b3f-a36b-ccbe3b10d24a" providerId="ADAL" clId="{9CD05440-407D-459A-95BE-402CB22D2668}" dt="2026-05-04T22:16:00.206" v="2369" actId="26606"/>
          <ac:picMkLst>
            <pc:docMk/>
            <pc:sldMk cId="2248227485" sldId="276"/>
            <ac:picMk id="12" creationId="{0E779240-1ED6-B2A5-6285-47F3B8E350A5}"/>
          </ac:picMkLst>
        </pc:picChg>
      </pc:sldChg>
      <pc:sldChg chg="modSp add">
        <pc:chgData name="Melone, Donald D." userId="a9175ad5-2d00-4b3f-a36b-ccbe3b10d24a" providerId="ADAL" clId="{9CD05440-407D-459A-95BE-402CB22D2668}" dt="2026-05-04T22:16:12.127" v="2371" actId="14826"/>
        <pc:sldMkLst>
          <pc:docMk/>
          <pc:sldMk cId="3355510931" sldId="277"/>
        </pc:sldMkLst>
        <pc:picChg chg="mod">
          <ac:chgData name="Melone, Donald D." userId="a9175ad5-2d00-4b3f-a36b-ccbe3b10d24a" providerId="ADAL" clId="{9CD05440-407D-459A-95BE-402CB22D2668}" dt="2026-05-04T22:16:12.127" v="2371" actId="14826"/>
          <ac:picMkLst>
            <pc:docMk/>
            <pc:sldMk cId="3355510931" sldId="277"/>
            <ac:picMk id="12" creationId="{F6274346-FDDC-5BF9-9140-A61A23DE4C13}"/>
          </ac:picMkLst>
        </pc:picChg>
      </pc:sldChg>
      <pc:sldChg chg="modSp add">
        <pc:chgData name="Melone, Donald D." userId="a9175ad5-2d00-4b3f-a36b-ccbe3b10d24a" providerId="ADAL" clId="{9CD05440-407D-459A-95BE-402CB22D2668}" dt="2026-05-04T22:16:20.599" v="2373" actId="14826"/>
        <pc:sldMkLst>
          <pc:docMk/>
          <pc:sldMk cId="1518963338" sldId="278"/>
        </pc:sldMkLst>
        <pc:picChg chg="mod">
          <ac:chgData name="Melone, Donald D." userId="a9175ad5-2d00-4b3f-a36b-ccbe3b10d24a" providerId="ADAL" clId="{9CD05440-407D-459A-95BE-402CB22D2668}" dt="2026-05-04T22:16:20.599" v="2373" actId="14826"/>
          <ac:picMkLst>
            <pc:docMk/>
            <pc:sldMk cId="1518963338" sldId="278"/>
            <ac:picMk id="12" creationId="{DF60A617-CE8A-ADC6-EEE6-57B445CA3253}"/>
          </ac:picMkLst>
        </pc:picChg>
      </pc:sldChg>
      <pc:sldChg chg="modSp add ord">
        <pc:chgData name="Melone, Donald D." userId="a9175ad5-2d00-4b3f-a36b-ccbe3b10d24a" providerId="ADAL" clId="{9CD05440-407D-459A-95BE-402CB22D2668}" dt="2026-05-04T22:17:00.888" v="2380" actId="14826"/>
        <pc:sldMkLst>
          <pc:docMk/>
          <pc:sldMk cId="389531951" sldId="279"/>
        </pc:sldMkLst>
        <pc:picChg chg="mod">
          <ac:chgData name="Melone, Donald D." userId="a9175ad5-2d00-4b3f-a36b-ccbe3b10d24a" providerId="ADAL" clId="{9CD05440-407D-459A-95BE-402CB22D2668}" dt="2026-05-04T22:17:00.888" v="2380" actId="14826"/>
          <ac:picMkLst>
            <pc:docMk/>
            <pc:sldMk cId="389531951" sldId="279"/>
            <ac:picMk id="12" creationId="{3E538C98-BDF9-F566-A00A-3BFE30DBBD2A}"/>
          </ac:picMkLst>
        </pc:picChg>
      </pc:sldChg>
      <pc:sldChg chg="modSp add">
        <pc:chgData name="Melone, Donald D." userId="a9175ad5-2d00-4b3f-a36b-ccbe3b10d24a" providerId="ADAL" clId="{9CD05440-407D-459A-95BE-402CB22D2668}" dt="2026-05-04T22:17:14.723" v="2382" actId="14826"/>
        <pc:sldMkLst>
          <pc:docMk/>
          <pc:sldMk cId="2012988141" sldId="280"/>
        </pc:sldMkLst>
        <pc:picChg chg="mod">
          <ac:chgData name="Melone, Donald D." userId="a9175ad5-2d00-4b3f-a36b-ccbe3b10d24a" providerId="ADAL" clId="{9CD05440-407D-459A-95BE-402CB22D2668}" dt="2026-05-04T22:17:14.723" v="2382" actId="14826"/>
          <ac:picMkLst>
            <pc:docMk/>
            <pc:sldMk cId="2012988141" sldId="280"/>
            <ac:picMk id="12" creationId="{D14482E9-DFCB-6BE3-2EF0-9601F3955168}"/>
          </ac:picMkLst>
        </pc:picChg>
      </pc:sldChg>
      <pc:sldChg chg="modSp add">
        <pc:chgData name="Melone, Donald D." userId="a9175ad5-2d00-4b3f-a36b-ccbe3b10d24a" providerId="ADAL" clId="{9CD05440-407D-459A-95BE-402CB22D2668}" dt="2026-05-04T22:17:27.811" v="2384" actId="14826"/>
        <pc:sldMkLst>
          <pc:docMk/>
          <pc:sldMk cId="24939343" sldId="281"/>
        </pc:sldMkLst>
        <pc:picChg chg="mod">
          <ac:chgData name="Melone, Donald D." userId="a9175ad5-2d00-4b3f-a36b-ccbe3b10d24a" providerId="ADAL" clId="{9CD05440-407D-459A-95BE-402CB22D2668}" dt="2026-05-04T22:17:27.811" v="2384" actId="14826"/>
          <ac:picMkLst>
            <pc:docMk/>
            <pc:sldMk cId="24939343" sldId="281"/>
            <ac:picMk id="12" creationId="{8D255504-2234-8D85-CAAA-F7F880CE503F}"/>
          </ac:picMkLst>
        </pc:pic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_rels/data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93E147-754F-4978-9697-4EF4C05529F7}" type="doc">
      <dgm:prSet loTypeId="urn:microsoft.com/office/officeart/2009/3/layout/HorizontalOrganizationChart" loCatId="hierarchy" qsTypeId="urn:microsoft.com/office/officeart/2005/8/quickstyle/simple2" qsCatId="simple" csTypeId="urn:microsoft.com/office/officeart/2005/8/colors/colorful5" csCatId="colorful"/>
      <dgm:spPr/>
      <dgm:t>
        <a:bodyPr/>
        <a:lstStyle/>
        <a:p>
          <a:endParaRPr lang="en-US"/>
        </a:p>
      </dgm:t>
    </dgm:pt>
    <dgm:pt modelId="{6E686584-1C28-4EB5-B7A8-982633A6B9D3}">
      <dgm:prSet/>
      <dgm:spPr/>
      <dgm:t>
        <a:bodyPr/>
        <a:lstStyle/>
        <a:p>
          <a:r>
            <a:rPr lang="en-US"/>
            <a:t>FEMA Flood Map Service Center</a:t>
          </a:r>
        </a:p>
      </dgm:t>
    </dgm:pt>
    <dgm:pt modelId="{94787B0D-AD20-48E5-9153-D36F1A62D918}" type="parTrans" cxnId="{DDAC6359-064E-42F4-AF77-A82DD9EDE581}">
      <dgm:prSet/>
      <dgm:spPr/>
      <dgm:t>
        <a:bodyPr/>
        <a:lstStyle/>
        <a:p>
          <a:endParaRPr lang="en-US"/>
        </a:p>
      </dgm:t>
    </dgm:pt>
    <dgm:pt modelId="{EF81AFE5-9F2B-4024-AD3B-E134882FD340}" type="sibTrans" cxnId="{DDAC6359-064E-42F4-AF77-A82DD9EDE581}">
      <dgm:prSet/>
      <dgm:spPr/>
      <dgm:t>
        <a:bodyPr/>
        <a:lstStyle/>
        <a:p>
          <a:endParaRPr lang="en-US"/>
        </a:p>
      </dgm:t>
    </dgm:pt>
    <dgm:pt modelId="{A9B9A909-2E02-4064-BF26-8D2D60CB073D}">
      <dgm:prSet/>
      <dgm:spPr/>
      <dgm:t>
        <a:bodyPr/>
        <a:lstStyle/>
        <a:p>
          <a:r>
            <a:rPr lang="en-US"/>
            <a:t>Hazard Layer</a:t>
          </a:r>
        </a:p>
      </dgm:t>
    </dgm:pt>
    <dgm:pt modelId="{058B10B2-DD6A-48AE-96C6-95BAF6862253}" type="parTrans" cxnId="{CA16D897-9F33-45BE-BE49-A4313CA876EE}">
      <dgm:prSet/>
      <dgm:spPr/>
      <dgm:t>
        <a:bodyPr/>
        <a:lstStyle/>
        <a:p>
          <a:endParaRPr lang="en-US"/>
        </a:p>
      </dgm:t>
    </dgm:pt>
    <dgm:pt modelId="{E5536B5D-1BF1-436B-8148-47E9C96612BA}" type="sibTrans" cxnId="{CA16D897-9F33-45BE-BE49-A4313CA876EE}">
      <dgm:prSet/>
      <dgm:spPr/>
      <dgm:t>
        <a:bodyPr/>
        <a:lstStyle/>
        <a:p>
          <a:endParaRPr lang="en-US"/>
        </a:p>
      </dgm:t>
    </dgm:pt>
    <dgm:pt modelId="{E2D29F25-784C-497E-AE9E-B6F37CEFC8E4}">
      <dgm:prSet/>
      <dgm:spPr/>
      <dgm:t>
        <a:bodyPr/>
        <a:lstStyle/>
        <a:p>
          <a:r>
            <a:rPr lang="en-US"/>
            <a:t>Pinellas County GIS (Open Data)</a:t>
          </a:r>
        </a:p>
      </dgm:t>
    </dgm:pt>
    <dgm:pt modelId="{4CA46617-537F-4C42-95AA-F6863970631A}" type="parTrans" cxnId="{0421D7D8-BABD-4BD3-9EC4-064068DD7A16}">
      <dgm:prSet/>
      <dgm:spPr/>
      <dgm:t>
        <a:bodyPr/>
        <a:lstStyle/>
        <a:p>
          <a:endParaRPr lang="en-US"/>
        </a:p>
      </dgm:t>
    </dgm:pt>
    <dgm:pt modelId="{A6645E26-C7BC-4118-9202-8C1AC32D16FB}" type="sibTrans" cxnId="{0421D7D8-BABD-4BD3-9EC4-064068DD7A16}">
      <dgm:prSet/>
      <dgm:spPr/>
      <dgm:t>
        <a:bodyPr/>
        <a:lstStyle/>
        <a:p>
          <a:endParaRPr lang="en-US"/>
        </a:p>
      </dgm:t>
    </dgm:pt>
    <dgm:pt modelId="{99456BD2-354D-4D2D-BB4D-18249CCD6802}">
      <dgm:prSet/>
      <dgm:spPr/>
      <dgm:t>
        <a:bodyPr/>
        <a:lstStyle/>
        <a:p>
          <a:r>
            <a:rPr lang="en-US"/>
            <a:t>Parcels</a:t>
          </a:r>
        </a:p>
      </dgm:t>
    </dgm:pt>
    <dgm:pt modelId="{7F622A4A-71F2-471D-9A1B-DE9D6DAB4132}" type="parTrans" cxnId="{C978421F-3EEE-42B4-9F20-D476BE40E359}">
      <dgm:prSet/>
      <dgm:spPr/>
      <dgm:t>
        <a:bodyPr/>
        <a:lstStyle/>
        <a:p>
          <a:endParaRPr lang="en-US"/>
        </a:p>
      </dgm:t>
    </dgm:pt>
    <dgm:pt modelId="{F8739D65-D7D1-4E3A-8393-16DB752C5A80}" type="sibTrans" cxnId="{C978421F-3EEE-42B4-9F20-D476BE40E359}">
      <dgm:prSet/>
      <dgm:spPr/>
      <dgm:t>
        <a:bodyPr/>
        <a:lstStyle/>
        <a:p>
          <a:endParaRPr lang="en-US"/>
        </a:p>
      </dgm:t>
    </dgm:pt>
    <dgm:pt modelId="{1741A946-E0B8-4376-A0CF-C2F9D109734A}">
      <dgm:prSet/>
      <dgm:spPr/>
      <dgm:t>
        <a:bodyPr/>
        <a:lstStyle/>
        <a:p>
          <a:r>
            <a:rPr lang="en-US"/>
            <a:t>County Boundary</a:t>
          </a:r>
        </a:p>
      </dgm:t>
    </dgm:pt>
    <dgm:pt modelId="{BBD9DF04-698B-4B9F-900E-424E4C79B2EB}" type="parTrans" cxnId="{2630B344-E37D-4002-95CA-34270EF510DD}">
      <dgm:prSet/>
      <dgm:spPr/>
      <dgm:t>
        <a:bodyPr/>
        <a:lstStyle/>
        <a:p>
          <a:endParaRPr lang="en-US"/>
        </a:p>
      </dgm:t>
    </dgm:pt>
    <dgm:pt modelId="{221551CA-7B10-4B93-9C59-4129E22E5637}" type="sibTrans" cxnId="{2630B344-E37D-4002-95CA-34270EF510DD}">
      <dgm:prSet/>
      <dgm:spPr/>
      <dgm:t>
        <a:bodyPr/>
        <a:lstStyle/>
        <a:p>
          <a:endParaRPr lang="en-US"/>
        </a:p>
      </dgm:t>
    </dgm:pt>
    <dgm:pt modelId="{568697E0-B675-42F2-8D8C-F729077A2CFB}">
      <dgm:prSet/>
      <dgm:spPr/>
      <dgm:t>
        <a:bodyPr/>
        <a:lstStyle/>
        <a:p>
          <a:r>
            <a:rPr lang="en-US"/>
            <a:t>Emergency Management Shelters</a:t>
          </a:r>
        </a:p>
      </dgm:t>
    </dgm:pt>
    <dgm:pt modelId="{15A9F7D8-EC44-4F96-A27E-EC4E4801BE1F}" type="parTrans" cxnId="{C9E597D7-6981-4711-8554-8866D4D87B0E}">
      <dgm:prSet/>
      <dgm:spPr/>
      <dgm:t>
        <a:bodyPr/>
        <a:lstStyle/>
        <a:p>
          <a:endParaRPr lang="en-US"/>
        </a:p>
      </dgm:t>
    </dgm:pt>
    <dgm:pt modelId="{41951E9F-9195-460F-B436-BF38456B67D3}" type="sibTrans" cxnId="{C9E597D7-6981-4711-8554-8866D4D87B0E}">
      <dgm:prSet/>
      <dgm:spPr/>
      <dgm:t>
        <a:bodyPr/>
        <a:lstStyle/>
        <a:p>
          <a:endParaRPr lang="en-US"/>
        </a:p>
      </dgm:t>
    </dgm:pt>
    <dgm:pt modelId="{33D37DD5-2EA0-4695-A630-6857C9FD0A4B}">
      <dgm:prSet/>
      <dgm:spPr/>
      <dgm:t>
        <a:bodyPr/>
        <a:lstStyle/>
        <a:p>
          <a:r>
            <a:rPr lang="en-US"/>
            <a:t>Pre- and Post-storm Aerial Imagery</a:t>
          </a:r>
        </a:p>
      </dgm:t>
    </dgm:pt>
    <dgm:pt modelId="{CE7D8059-CCAB-4DF0-AE44-F133FAD3293D}" type="parTrans" cxnId="{4B527865-DC8A-4988-AD01-D9BD301DC802}">
      <dgm:prSet/>
      <dgm:spPr/>
      <dgm:t>
        <a:bodyPr/>
        <a:lstStyle/>
        <a:p>
          <a:endParaRPr lang="en-US"/>
        </a:p>
      </dgm:t>
    </dgm:pt>
    <dgm:pt modelId="{75309304-5F57-4E06-9D1C-AE1234A65ACF}" type="sibTrans" cxnId="{4B527865-DC8A-4988-AD01-D9BD301DC802}">
      <dgm:prSet/>
      <dgm:spPr/>
      <dgm:t>
        <a:bodyPr/>
        <a:lstStyle/>
        <a:p>
          <a:endParaRPr lang="en-US"/>
        </a:p>
      </dgm:t>
    </dgm:pt>
    <dgm:pt modelId="{2F31EEA7-62B0-4E3B-8E58-AE86AE7C4EAD}">
      <dgm:prSet/>
      <dgm:spPr/>
      <dgm:t>
        <a:bodyPr/>
        <a:lstStyle/>
        <a:p>
          <a:r>
            <a:rPr lang="en-US"/>
            <a:t>Land Use Data</a:t>
          </a:r>
        </a:p>
      </dgm:t>
    </dgm:pt>
    <dgm:pt modelId="{A641C936-EF0F-4B36-92B9-5FD7C78C302E}" type="parTrans" cxnId="{C522A77B-3796-430B-8068-C1F36A3E61C6}">
      <dgm:prSet/>
      <dgm:spPr/>
      <dgm:t>
        <a:bodyPr/>
        <a:lstStyle/>
        <a:p>
          <a:endParaRPr lang="en-US"/>
        </a:p>
      </dgm:t>
    </dgm:pt>
    <dgm:pt modelId="{4AA8242E-FC99-4E19-9FA5-01313F678A1A}" type="sibTrans" cxnId="{C522A77B-3796-430B-8068-C1F36A3E61C6}">
      <dgm:prSet/>
      <dgm:spPr/>
      <dgm:t>
        <a:bodyPr/>
        <a:lstStyle/>
        <a:p>
          <a:endParaRPr lang="en-US"/>
        </a:p>
      </dgm:t>
    </dgm:pt>
    <dgm:pt modelId="{528F4317-40CF-4C57-B0AF-CABA48C91732}">
      <dgm:prSet/>
      <dgm:spPr/>
      <dgm:t>
        <a:bodyPr/>
        <a:lstStyle/>
        <a:p>
          <a:r>
            <a:rPr lang="en-US"/>
            <a:t>Land Use Planning</a:t>
          </a:r>
        </a:p>
      </dgm:t>
    </dgm:pt>
    <dgm:pt modelId="{3D1B8757-B25F-4730-B4E7-75E55BDAA686}" type="parTrans" cxnId="{02117DFF-4D4F-4607-B2B0-F63AAC552343}">
      <dgm:prSet/>
      <dgm:spPr/>
      <dgm:t>
        <a:bodyPr/>
        <a:lstStyle/>
        <a:p>
          <a:endParaRPr lang="en-US"/>
        </a:p>
      </dgm:t>
    </dgm:pt>
    <dgm:pt modelId="{E5F79F1E-D1FA-4A57-B2C0-1D4A3F3CF5E3}" type="sibTrans" cxnId="{02117DFF-4D4F-4607-B2B0-F63AAC552343}">
      <dgm:prSet/>
      <dgm:spPr/>
      <dgm:t>
        <a:bodyPr/>
        <a:lstStyle/>
        <a:p>
          <a:endParaRPr lang="en-US"/>
        </a:p>
      </dgm:t>
    </dgm:pt>
    <dgm:pt modelId="{AB5ABEE7-3F2D-4099-BF28-6F6CB8F51566}">
      <dgm:prSet/>
      <dgm:spPr/>
      <dgm:t>
        <a:bodyPr/>
        <a:lstStyle/>
        <a:p>
          <a:r>
            <a:rPr lang="en-US"/>
            <a:t>Unincorporated Zoning</a:t>
          </a:r>
        </a:p>
      </dgm:t>
    </dgm:pt>
    <dgm:pt modelId="{636A529C-0236-4088-9051-EB0238E13069}" type="parTrans" cxnId="{DDB0FBA3-2DEE-485C-91E0-AA5A30AD6F7F}">
      <dgm:prSet/>
      <dgm:spPr/>
      <dgm:t>
        <a:bodyPr/>
        <a:lstStyle/>
        <a:p>
          <a:endParaRPr lang="en-US"/>
        </a:p>
      </dgm:t>
    </dgm:pt>
    <dgm:pt modelId="{90A12E48-C5A8-4E99-B490-EBBADA7AC04F}" type="sibTrans" cxnId="{DDB0FBA3-2DEE-485C-91E0-AA5A30AD6F7F}">
      <dgm:prSet/>
      <dgm:spPr/>
      <dgm:t>
        <a:bodyPr/>
        <a:lstStyle/>
        <a:p>
          <a:endParaRPr lang="en-US"/>
        </a:p>
      </dgm:t>
    </dgm:pt>
    <dgm:pt modelId="{BE62898B-E8D7-497E-AA17-BB833D6E9BC7}" type="pres">
      <dgm:prSet presAssocID="{E693E147-754F-4978-9697-4EF4C05529F7}" presName="hierChild1" presStyleCnt="0">
        <dgm:presLayoutVars>
          <dgm:orgChart val="1"/>
          <dgm:chPref val="1"/>
          <dgm:dir/>
          <dgm:animOne val="branch"/>
          <dgm:animLvl val="lvl"/>
          <dgm:resizeHandles/>
        </dgm:presLayoutVars>
      </dgm:prSet>
      <dgm:spPr/>
    </dgm:pt>
    <dgm:pt modelId="{2A4FDB1B-A989-47EC-A084-D57F2A68E2CB}" type="pres">
      <dgm:prSet presAssocID="{6E686584-1C28-4EB5-B7A8-982633A6B9D3}" presName="hierRoot1" presStyleCnt="0">
        <dgm:presLayoutVars>
          <dgm:hierBranch val="init"/>
        </dgm:presLayoutVars>
      </dgm:prSet>
      <dgm:spPr/>
    </dgm:pt>
    <dgm:pt modelId="{E432D5E6-75B4-4F9D-8E16-6E1BD6A28274}" type="pres">
      <dgm:prSet presAssocID="{6E686584-1C28-4EB5-B7A8-982633A6B9D3}" presName="rootComposite1" presStyleCnt="0"/>
      <dgm:spPr/>
    </dgm:pt>
    <dgm:pt modelId="{E4E0A84B-2F4E-450F-B87B-305C0E5D10C5}" type="pres">
      <dgm:prSet presAssocID="{6E686584-1C28-4EB5-B7A8-982633A6B9D3}" presName="rootText1" presStyleLbl="node0" presStyleIdx="0" presStyleCnt="3">
        <dgm:presLayoutVars>
          <dgm:chPref val="3"/>
        </dgm:presLayoutVars>
      </dgm:prSet>
      <dgm:spPr/>
    </dgm:pt>
    <dgm:pt modelId="{EEB91436-FA35-461A-9E34-94C13B9AD151}" type="pres">
      <dgm:prSet presAssocID="{6E686584-1C28-4EB5-B7A8-982633A6B9D3}" presName="rootConnector1" presStyleLbl="node1" presStyleIdx="0" presStyleCnt="0"/>
      <dgm:spPr/>
    </dgm:pt>
    <dgm:pt modelId="{99B7A5C1-C4DD-4B32-AB62-CE46128A5DC1}" type="pres">
      <dgm:prSet presAssocID="{6E686584-1C28-4EB5-B7A8-982633A6B9D3}" presName="hierChild2" presStyleCnt="0"/>
      <dgm:spPr/>
    </dgm:pt>
    <dgm:pt modelId="{2A047B80-9AE3-419C-8287-EDEF8A967802}" type="pres">
      <dgm:prSet presAssocID="{058B10B2-DD6A-48AE-96C6-95BAF6862253}" presName="Name64" presStyleLbl="parChTrans1D2" presStyleIdx="0" presStyleCnt="7"/>
      <dgm:spPr/>
    </dgm:pt>
    <dgm:pt modelId="{5EE4904F-0000-4A77-A9D5-10CD9A86532E}" type="pres">
      <dgm:prSet presAssocID="{A9B9A909-2E02-4064-BF26-8D2D60CB073D}" presName="hierRoot2" presStyleCnt="0">
        <dgm:presLayoutVars>
          <dgm:hierBranch val="init"/>
        </dgm:presLayoutVars>
      </dgm:prSet>
      <dgm:spPr/>
    </dgm:pt>
    <dgm:pt modelId="{07634C08-0CFE-4854-AB36-543F7D7A175E}" type="pres">
      <dgm:prSet presAssocID="{A9B9A909-2E02-4064-BF26-8D2D60CB073D}" presName="rootComposite" presStyleCnt="0"/>
      <dgm:spPr/>
    </dgm:pt>
    <dgm:pt modelId="{7F19C46F-41FE-4A98-B03A-8DF8098D756A}" type="pres">
      <dgm:prSet presAssocID="{A9B9A909-2E02-4064-BF26-8D2D60CB073D}" presName="rootText" presStyleLbl="node2" presStyleIdx="0" presStyleCnt="7">
        <dgm:presLayoutVars>
          <dgm:chPref val="3"/>
        </dgm:presLayoutVars>
      </dgm:prSet>
      <dgm:spPr/>
    </dgm:pt>
    <dgm:pt modelId="{6C434F42-A5C8-4EE2-B491-D757BCC47A7F}" type="pres">
      <dgm:prSet presAssocID="{A9B9A909-2E02-4064-BF26-8D2D60CB073D}" presName="rootConnector" presStyleLbl="node2" presStyleIdx="0" presStyleCnt="7"/>
      <dgm:spPr/>
    </dgm:pt>
    <dgm:pt modelId="{6E4DD9BF-B9D6-41F9-BDAF-F5F4682A7B71}" type="pres">
      <dgm:prSet presAssocID="{A9B9A909-2E02-4064-BF26-8D2D60CB073D}" presName="hierChild4" presStyleCnt="0"/>
      <dgm:spPr/>
    </dgm:pt>
    <dgm:pt modelId="{21B3104C-E49B-4518-AEA0-17A23B3532A6}" type="pres">
      <dgm:prSet presAssocID="{A9B9A909-2E02-4064-BF26-8D2D60CB073D}" presName="hierChild5" presStyleCnt="0"/>
      <dgm:spPr/>
    </dgm:pt>
    <dgm:pt modelId="{B9A7408F-2420-4775-9BCD-46016A10B10C}" type="pres">
      <dgm:prSet presAssocID="{6E686584-1C28-4EB5-B7A8-982633A6B9D3}" presName="hierChild3" presStyleCnt="0"/>
      <dgm:spPr/>
    </dgm:pt>
    <dgm:pt modelId="{B282F4F1-1893-40E0-AA78-2ECEB201D2FE}" type="pres">
      <dgm:prSet presAssocID="{E2D29F25-784C-497E-AE9E-B6F37CEFC8E4}" presName="hierRoot1" presStyleCnt="0">
        <dgm:presLayoutVars>
          <dgm:hierBranch val="init"/>
        </dgm:presLayoutVars>
      </dgm:prSet>
      <dgm:spPr/>
    </dgm:pt>
    <dgm:pt modelId="{82D1C5D7-6824-44B2-9BA9-7DC9055D526A}" type="pres">
      <dgm:prSet presAssocID="{E2D29F25-784C-497E-AE9E-B6F37CEFC8E4}" presName="rootComposite1" presStyleCnt="0"/>
      <dgm:spPr/>
    </dgm:pt>
    <dgm:pt modelId="{F5EDCEF7-72DE-48CE-B96A-19883CE1214A}" type="pres">
      <dgm:prSet presAssocID="{E2D29F25-784C-497E-AE9E-B6F37CEFC8E4}" presName="rootText1" presStyleLbl="node0" presStyleIdx="1" presStyleCnt="3">
        <dgm:presLayoutVars>
          <dgm:chPref val="3"/>
        </dgm:presLayoutVars>
      </dgm:prSet>
      <dgm:spPr/>
    </dgm:pt>
    <dgm:pt modelId="{F09BF5BF-EBFA-4C9A-8818-B0780C1694D4}" type="pres">
      <dgm:prSet presAssocID="{E2D29F25-784C-497E-AE9E-B6F37CEFC8E4}" presName="rootConnector1" presStyleLbl="node1" presStyleIdx="0" presStyleCnt="0"/>
      <dgm:spPr/>
    </dgm:pt>
    <dgm:pt modelId="{32ED6C6B-0EA1-4840-BC08-A0E93DC4AE2F}" type="pres">
      <dgm:prSet presAssocID="{E2D29F25-784C-497E-AE9E-B6F37CEFC8E4}" presName="hierChild2" presStyleCnt="0"/>
      <dgm:spPr/>
    </dgm:pt>
    <dgm:pt modelId="{39294605-BC3B-4B8C-AE71-2BE6659487B8}" type="pres">
      <dgm:prSet presAssocID="{7F622A4A-71F2-471D-9A1B-DE9D6DAB4132}" presName="Name64" presStyleLbl="parChTrans1D2" presStyleIdx="1" presStyleCnt="7"/>
      <dgm:spPr/>
    </dgm:pt>
    <dgm:pt modelId="{80E8E971-B201-44FE-9533-CB812CA59881}" type="pres">
      <dgm:prSet presAssocID="{99456BD2-354D-4D2D-BB4D-18249CCD6802}" presName="hierRoot2" presStyleCnt="0">
        <dgm:presLayoutVars>
          <dgm:hierBranch val="init"/>
        </dgm:presLayoutVars>
      </dgm:prSet>
      <dgm:spPr/>
    </dgm:pt>
    <dgm:pt modelId="{3C80C237-96C2-4F68-A175-E7084EC2751D}" type="pres">
      <dgm:prSet presAssocID="{99456BD2-354D-4D2D-BB4D-18249CCD6802}" presName="rootComposite" presStyleCnt="0"/>
      <dgm:spPr/>
    </dgm:pt>
    <dgm:pt modelId="{6D673627-03C6-45B2-99DB-C8CC76D28E64}" type="pres">
      <dgm:prSet presAssocID="{99456BD2-354D-4D2D-BB4D-18249CCD6802}" presName="rootText" presStyleLbl="node2" presStyleIdx="1" presStyleCnt="7">
        <dgm:presLayoutVars>
          <dgm:chPref val="3"/>
        </dgm:presLayoutVars>
      </dgm:prSet>
      <dgm:spPr/>
    </dgm:pt>
    <dgm:pt modelId="{A70BC928-3D2B-483E-B95E-4078877F3E3D}" type="pres">
      <dgm:prSet presAssocID="{99456BD2-354D-4D2D-BB4D-18249CCD6802}" presName="rootConnector" presStyleLbl="node2" presStyleIdx="1" presStyleCnt="7"/>
      <dgm:spPr/>
    </dgm:pt>
    <dgm:pt modelId="{A4EA432A-2E20-464D-930F-93745D0877C3}" type="pres">
      <dgm:prSet presAssocID="{99456BD2-354D-4D2D-BB4D-18249CCD6802}" presName="hierChild4" presStyleCnt="0"/>
      <dgm:spPr/>
    </dgm:pt>
    <dgm:pt modelId="{7940C953-8C97-40E3-A7D4-FBD7ABAD52B4}" type="pres">
      <dgm:prSet presAssocID="{99456BD2-354D-4D2D-BB4D-18249CCD6802}" presName="hierChild5" presStyleCnt="0"/>
      <dgm:spPr/>
    </dgm:pt>
    <dgm:pt modelId="{A75CE11D-1A96-45B0-A4F5-9CFA747C2A2E}" type="pres">
      <dgm:prSet presAssocID="{BBD9DF04-698B-4B9F-900E-424E4C79B2EB}" presName="Name64" presStyleLbl="parChTrans1D2" presStyleIdx="2" presStyleCnt="7"/>
      <dgm:spPr/>
    </dgm:pt>
    <dgm:pt modelId="{4B15798D-18E6-4F7F-AA8F-42CA477DFD82}" type="pres">
      <dgm:prSet presAssocID="{1741A946-E0B8-4376-A0CF-C2F9D109734A}" presName="hierRoot2" presStyleCnt="0">
        <dgm:presLayoutVars>
          <dgm:hierBranch val="init"/>
        </dgm:presLayoutVars>
      </dgm:prSet>
      <dgm:spPr/>
    </dgm:pt>
    <dgm:pt modelId="{7B9B0CBB-075C-4B84-9710-A4772A62CDE4}" type="pres">
      <dgm:prSet presAssocID="{1741A946-E0B8-4376-A0CF-C2F9D109734A}" presName="rootComposite" presStyleCnt="0"/>
      <dgm:spPr/>
    </dgm:pt>
    <dgm:pt modelId="{DE89DF26-2488-4852-8332-0DB90CD341D9}" type="pres">
      <dgm:prSet presAssocID="{1741A946-E0B8-4376-A0CF-C2F9D109734A}" presName="rootText" presStyleLbl="node2" presStyleIdx="2" presStyleCnt="7">
        <dgm:presLayoutVars>
          <dgm:chPref val="3"/>
        </dgm:presLayoutVars>
      </dgm:prSet>
      <dgm:spPr/>
    </dgm:pt>
    <dgm:pt modelId="{817B109D-A5AC-45B4-86FF-F96AB9AA2689}" type="pres">
      <dgm:prSet presAssocID="{1741A946-E0B8-4376-A0CF-C2F9D109734A}" presName="rootConnector" presStyleLbl="node2" presStyleIdx="2" presStyleCnt="7"/>
      <dgm:spPr/>
    </dgm:pt>
    <dgm:pt modelId="{6974263C-076B-4524-91B4-05666E2B1BAD}" type="pres">
      <dgm:prSet presAssocID="{1741A946-E0B8-4376-A0CF-C2F9D109734A}" presName="hierChild4" presStyleCnt="0"/>
      <dgm:spPr/>
    </dgm:pt>
    <dgm:pt modelId="{31CEB6FA-701F-4EBF-A17F-917D4D97E40C}" type="pres">
      <dgm:prSet presAssocID="{1741A946-E0B8-4376-A0CF-C2F9D109734A}" presName="hierChild5" presStyleCnt="0"/>
      <dgm:spPr/>
    </dgm:pt>
    <dgm:pt modelId="{2B41B4FE-5D55-4636-9274-09C029909D8C}" type="pres">
      <dgm:prSet presAssocID="{15A9F7D8-EC44-4F96-A27E-EC4E4801BE1F}" presName="Name64" presStyleLbl="parChTrans1D2" presStyleIdx="3" presStyleCnt="7"/>
      <dgm:spPr/>
    </dgm:pt>
    <dgm:pt modelId="{6203537F-DA4D-4035-9545-4F19DA7BB838}" type="pres">
      <dgm:prSet presAssocID="{568697E0-B675-42F2-8D8C-F729077A2CFB}" presName="hierRoot2" presStyleCnt="0">
        <dgm:presLayoutVars>
          <dgm:hierBranch val="init"/>
        </dgm:presLayoutVars>
      </dgm:prSet>
      <dgm:spPr/>
    </dgm:pt>
    <dgm:pt modelId="{DDD1684C-19AC-4F1E-A5E4-CC8E82F68022}" type="pres">
      <dgm:prSet presAssocID="{568697E0-B675-42F2-8D8C-F729077A2CFB}" presName="rootComposite" presStyleCnt="0"/>
      <dgm:spPr/>
    </dgm:pt>
    <dgm:pt modelId="{91F360DA-85B8-42AE-AA67-58D03FB9C214}" type="pres">
      <dgm:prSet presAssocID="{568697E0-B675-42F2-8D8C-F729077A2CFB}" presName="rootText" presStyleLbl="node2" presStyleIdx="3" presStyleCnt="7">
        <dgm:presLayoutVars>
          <dgm:chPref val="3"/>
        </dgm:presLayoutVars>
      </dgm:prSet>
      <dgm:spPr/>
    </dgm:pt>
    <dgm:pt modelId="{2645447E-73E5-4B60-A13C-25F07F0050AD}" type="pres">
      <dgm:prSet presAssocID="{568697E0-B675-42F2-8D8C-F729077A2CFB}" presName="rootConnector" presStyleLbl="node2" presStyleIdx="3" presStyleCnt="7"/>
      <dgm:spPr/>
    </dgm:pt>
    <dgm:pt modelId="{00EBF11C-ED18-40EE-A6BC-D61CDDBB182C}" type="pres">
      <dgm:prSet presAssocID="{568697E0-B675-42F2-8D8C-F729077A2CFB}" presName="hierChild4" presStyleCnt="0"/>
      <dgm:spPr/>
    </dgm:pt>
    <dgm:pt modelId="{582F9757-6B65-4251-B392-83891A451A45}" type="pres">
      <dgm:prSet presAssocID="{568697E0-B675-42F2-8D8C-F729077A2CFB}" presName="hierChild5" presStyleCnt="0"/>
      <dgm:spPr/>
    </dgm:pt>
    <dgm:pt modelId="{C117F54F-4E49-44FA-A53D-8DB6D9C1B4A9}" type="pres">
      <dgm:prSet presAssocID="{CE7D8059-CCAB-4DF0-AE44-F133FAD3293D}" presName="Name64" presStyleLbl="parChTrans1D2" presStyleIdx="4" presStyleCnt="7"/>
      <dgm:spPr/>
    </dgm:pt>
    <dgm:pt modelId="{3A08A85A-A121-4195-96E6-96F2D78B5079}" type="pres">
      <dgm:prSet presAssocID="{33D37DD5-2EA0-4695-A630-6857C9FD0A4B}" presName="hierRoot2" presStyleCnt="0">
        <dgm:presLayoutVars>
          <dgm:hierBranch val="init"/>
        </dgm:presLayoutVars>
      </dgm:prSet>
      <dgm:spPr/>
    </dgm:pt>
    <dgm:pt modelId="{E6BDE803-BEAD-41CF-A17F-6088D377AFC3}" type="pres">
      <dgm:prSet presAssocID="{33D37DD5-2EA0-4695-A630-6857C9FD0A4B}" presName="rootComposite" presStyleCnt="0"/>
      <dgm:spPr/>
    </dgm:pt>
    <dgm:pt modelId="{79C2A18B-C6B9-4792-AF4E-EA3657954109}" type="pres">
      <dgm:prSet presAssocID="{33D37DD5-2EA0-4695-A630-6857C9FD0A4B}" presName="rootText" presStyleLbl="node2" presStyleIdx="4" presStyleCnt="7">
        <dgm:presLayoutVars>
          <dgm:chPref val="3"/>
        </dgm:presLayoutVars>
      </dgm:prSet>
      <dgm:spPr/>
    </dgm:pt>
    <dgm:pt modelId="{1D419337-8D12-4552-BFA5-738A301C720B}" type="pres">
      <dgm:prSet presAssocID="{33D37DD5-2EA0-4695-A630-6857C9FD0A4B}" presName="rootConnector" presStyleLbl="node2" presStyleIdx="4" presStyleCnt="7"/>
      <dgm:spPr/>
    </dgm:pt>
    <dgm:pt modelId="{22BD5B88-3D66-43BC-928D-DDC5058392E4}" type="pres">
      <dgm:prSet presAssocID="{33D37DD5-2EA0-4695-A630-6857C9FD0A4B}" presName="hierChild4" presStyleCnt="0"/>
      <dgm:spPr/>
    </dgm:pt>
    <dgm:pt modelId="{D4ED4859-0D62-43B9-9BD2-3C07CA8090F2}" type="pres">
      <dgm:prSet presAssocID="{33D37DD5-2EA0-4695-A630-6857C9FD0A4B}" presName="hierChild5" presStyleCnt="0"/>
      <dgm:spPr/>
    </dgm:pt>
    <dgm:pt modelId="{59D201F9-63AE-47CF-90D4-D510C0EAE8DE}" type="pres">
      <dgm:prSet presAssocID="{E2D29F25-784C-497E-AE9E-B6F37CEFC8E4}" presName="hierChild3" presStyleCnt="0"/>
      <dgm:spPr/>
    </dgm:pt>
    <dgm:pt modelId="{9A5465F7-D57F-4DB2-A21F-264E70C17A89}" type="pres">
      <dgm:prSet presAssocID="{2F31EEA7-62B0-4E3B-8E58-AE86AE7C4EAD}" presName="hierRoot1" presStyleCnt="0">
        <dgm:presLayoutVars>
          <dgm:hierBranch val="init"/>
        </dgm:presLayoutVars>
      </dgm:prSet>
      <dgm:spPr/>
    </dgm:pt>
    <dgm:pt modelId="{485D0581-2F39-462A-A547-964F2DE46DB4}" type="pres">
      <dgm:prSet presAssocID="{2F31EEA7-62B0-4E3B-8E58-AE86AE7C4EAD}" presName="rootComposite1" presStyleCnt="0"/>
      <dgm:spPr/>
    </dgm:pt>
    <dgm:pt modelId="{8BC52E49-D737-44B3-8E07-734D8B7E83F9}" type="pres">
      <dgm:prSet presAssocID="{2F31EEA7-62B0-4E3B-8E58-AE86AE7C4EAD}" presName="rootText1" presStyleLbl="node0" presStyleIdx="2" presStyleCnt="3">
        <dgm:presLayoutVars>
          <dgm:chPref val="3"/>
        </dgm:presLayoutVars>
      </dgm:prSet>
      <dgm:spPr/>
    </dgm:pt>
    <dgm:pt modelId="{40CC1BEF-59E3-4228-8C9B-1CB3D1211416}" type="pres">
      <dgm:prSet presAssocID="{2F31EEA7-62B0-4E3B-8E58-AE86AE7C4EAD}" presName="rootConnector1" presStyleLbl="node1" presStyleIdx="0" presStyleCnt="0"/>
      <dgm:spPr/>
    </dgm:pt>
    <dgm:pt modelId="{01A6F6F5-8D7D-48FE-90D0-2078727FD2E4}" type="pres">
      <dgm:prSet presAssocID="{2F31EEA7-62B0-4E3B-8E58-AE86AE7C4EAD}" presName="hierChild2" presStyleCnt="0"/>
      <dgm:spPr/>
    </dgm:pt>
    <dgm:pt modelId="{7A0147A3-C5AF-4507-B961-0AC37082DF49}" type="pres">
      <dgm:prSet presAssocID="{3D1B8757-B25F-4730-B4E7-75E55BDAA686}" presName="Name64" presStyleLbl="parChTrans1D2" presStyleIdx="5" presStyleCnt="7"/>
      <dgm:spPr/>
    </dgm:pt>
    <dgm:pt modelId="{F7F57689-A7DE-4ED7-AF00-4F1622CB29BA}" type="pres">
      <dgm:prSet presAssocID="{528F4317-40CF-4C57-B0AF-CABA48C91732}" presName="hierRoot2" presStyleCnt="0">
        <dgm:presLayoutVars>
          <dgm:hierBranch val="init"/>
        </dgm:presLayoutVars>
      </dgm:prSet>
      <dgm:spPr/>
    </dgm:pt>
    <dgm:pt modelId="{B77066DC-E65A-4133-B8FC-2A4DC8EBEFA5}" type="pres">
      <dgm:prSet presAssocID="{528F4317-40CF-4C57-B0AF-CABA48C91732}" presName="rootComposite" presStyleCnt="0"/>
      <dgm:spPr/>
    </dgm:pt>
    <dgm:pt modelId="{37528287-3ADD-4756-A680-7FF82113A132}" type="pres">
      <dgm:prSet presAssocID="{528F4317-40CF-4C57-B0AF-CABA48C91732}" presName="rootText" presStyleLbl="node2" presStyleIdx="5" presStyleCnt="7">
        <dgm:presLayoutVars>
          <dgm:chPref val="3"/>
        </dgm:presLayoutVars>
      </dgm:prSet>
      <dgm:spPr/>
    </dgm:pt>
    <dgm:pt modelId="{4A95A62D-8F4C-409A-9AA6-0C24671417F6}" type="pres">
      <dgm:prSet presAssocID="{528F4317-40CF-4C57-B0AF-CABA48C91732}" presName="rootConnector" presStyleLbl="node2" presStyleIdx="5" presStyleCnt="7"/>
      <dgm:spPr/>
    </dgm:pt>
    <dgm:pt modelId="{B43FC17A-CEAE-49ED-B2B2-661958532FDA}" type="pres">
      <dgm:prSet presAssocID="{528F4317-40CF-4C57-B0AF-CABA48C91732}" presName="hierChild4" presStyleCnt="0"/>
      <dgm:spPr/>
    </dgm:pt>
    <dgm:pt modelId="{09114368-F485-448C-A357-E56503B8EA98}" type="pres">
      <dgm:prSet presAssocID="{528F4317-40CF-4C57-B0AF-CABA48C91732}" presName="hierChild5" presStyleCnt="0"/>
      <dgm:spPr/>
    </dgm:pt>
    <dgm:pt modelId="{69489311-5162-4584-A7DD-228D2E2E865E}" type="pres">
      <dgm:prSet presAssocID="{636A529C-0236-4088-9051-EB0238E13069}" presName="Name64" presStyleLbl="parChTrans1D2" presStyleIdx="6" presStyleCnt="7"/>
      <dgm:spPr/>
    </dgm:pt>
    <dgm:pt modelId="{0E72D723-3039-463D-8D5E-2F3CB4D6ECB0}" type="pres">
      <dgm:prSet presAssocID="{AB5ABEE7-3F2D-4099-BF28-6F6CB8F51566}" presName="hierRoot2" presStyleCnt="0">
        <dgm:presLayoutVars>
          <dgm:hierBranch val="init"/>
        </dgm:presLayoutVars>
      </dgm:prSet>
      <dgm:spPr/>
    </dgm:pt>
    <dgm:pt modelId="{3736A47A-F741-48E9-9A75-E7D7AC619CB0}" type="pres">
      <dgm:prSet presAssocID="{AB5ABEE7-3F2D-4099-BF28-6F6CB8F51566}" presName="rootComposite" presStyleCnt="0"/>
      <dgm:spPr/>
    </dgm:pt>
    <dgm:pt modelId="{24EE57B5-7374-44A8-90A6-95EA4D4DE03B}" type="pres">
      <dgm:prSet presAssocID="{AB5ABEE7-3F2D-4099-BF28-6F6CB8F51566}" presName="rootText" presStyleLbl="node2" presStyleIdx="6" presStyleCnt="7">
        <dgm:presLayoutVars>
          <dgm:chPref val="3"/>
        </dgm:presLayoutVars>
      </dgm:prSet>
      <dgm:spPr/>
    </dgm:pt>
    <dgm:pt modelId="{4C09EB04-4BEF-40CF-85AC-C89C5544BD7A}" type="pres">
      <dgm:prSet presAssocID="{AB5ABEE7-3F2D-4099-BF28-6F6CB8F51566}" presName="rootConnector" presStyleLbl="node2" presStyleIdx="6" presStyleCnt="7"/>
      <dgm:spPr/>
    </dgm:pt>
    <dgm:pt modelId="{4A180757-12B9-4629-B6DC-4935404E42C6}" type="pres">
      <dgm:prSet presAssocID="{AB5ABEE7-3F2D-4099-BF28-6F6CB8F51566}" presName="hierChild4" presStyleCnt="0"/>
      <dgm:spPr/>
    </dgm:pt>
    <dgm:pt modelId="{0295438D-28B6-4308-9A82-1089B5EABCCB}" type="pres">
      <dgm:prSet presAssocID="{AB5ABEE7-3F2D-4099-BF28-6F6CB8F51566}" presName="hierChild5" presStyleCnt="0"/>
      <dgm:spPr/>
    </dgm:pt>
    <dgm:pt modelId="{76D80433-F13E-49B4-9C39-E1BD117B805D}" type="pres">
      <dgm:prSet presAssocID="{2F31EEA7-62B0-4E3B-8E58-AE86AE7C4EAD}" presName="hierChild3" presStyleCnt="0"/>
      <dgm:spPr/>
    </dgm:pt>
  </dgm:ptLst>
  <dgm:cxnLst>
    <dgm:cxn modelId="{F5767304-2BA7-4253-9F44-D9F29F91050A}" type="presOf" srcId="{2F31EEA7-62B0-4E3B-8E58-AE86AE7C4EAD}" destId="{8BC52E49-D737-44B3-8E07-734D8B7E83F9}" srcOrd="0" destOrd="0" presId="urn:microsoft.com/office/officeart/2009/3/layout/HorizontalOrganizationChart"/>
    <dgm:cxn modelId="{C978421F-3EEE-42B4-9F20-D476BE40E359}" srcId="{E2D29F25-784C-497E-AE9E-B6F37CEFC8E4}" destId="{99456BD2-354D-4D2D-BB4D-18249CCD6802}" srcOrd="0" destOrd="0" parTransId="{7F622A4A-71F2-471D-9A1B-DE9D6DAB4132}" sibTransId="{F8739D65-D7D1-4E3A-8393-16DB752C5A80}"/>
    <dgm:cxn modelId="{EA2D5721-F948-4E02-AAA6-2B9BA721786F}" type="presOf" srcId="{33D37DD5-2EA0-4695-A630-6857C9FD0A4B}" destId="{79C2A18B-C6B9-4792-AF4E-EA3657954109}" srcOrd="0" destOrd="0" presId="urn:microsoft.com/office/officeart/2009/3/layout/HorizontalOrganizationChart"/>
    <dgm:cxn modelId="{314C4626-4C27-4587-910B-BDC775BD82F3}" type="presOf" srcId="{2F31EEA7-62B0-4E3B-8E58-AE86AE7C4EAD}" destId="{40CC1BEF-59E3-4228-8C9B-1CB3D1211416}" srcOrd="1" destOrd="0" presId="urn:microsoft.com/office/officeart/2009/3/layout/HorizontalOrganizationChart"/>
    <dgm:cxn modelId="{80544E36-F12E-40F6-A15A-7C84915E2E8C}" type="presOf" srcId="{E2D29F25-784C-497E-AE9E-B6F37CEFC8E4}" destId="{F5EDCEF7-72DE-48CE-B96A-19883CE1214A}" srcOrd="0" destOrd="0" presId="urn:microsoft.com/office/officeart/2009/3/layout/HorizontalOrganizationChart"/>
    <dgm:cxn modelId="{FCA48536-A0E4-4569-BFF7-3AEA6E39BA10}" type="presOf" srcId="{E2D29F25-784C-497E-AE9E-B6F37CEFC8E4}" destId="{F09BF5BF-EBFA-4C9A-8818-B0780C1694D4}" srcOrd="1" destOrd="0" presId="urn:microsoft.com/office/officeart/2009/3/layout/HorizontalOrganizationChart"/>
    <dgm:cxn modelId="{79A80A5D-FEDA-4F6F-8744-A33B91D43964}" type="presOf" srcId="{636A529C-0236-4088-9051-EB0238E13069}" destId="{69489311-5162-4584-A7DD-228D2E2E865E}" srcOrd="0" destOrd="0" presId="urn:microsoft.com/office/officeart/2009/3/layout/HorizontalOrganizationChart"/>
    <dgm:cxn modelId="{2630B344-E37D-4002-95CA-34270EF510DD}" srcId="{E2D29F25-784C-497E-AE9E-B6F37CEFC8E4}" destId="{1741A946-E0B8-4376-A0CF-C2F9D109734A}" srcOrd="1" destOrd="0" parTransId="{BBD9DF04-698B-4B9F-900E-424E4C79B2EB}" sibTransId="{221551CA-7B10-4B93-9C59-4129E22E5637}"/>
    <dgm:cxn modelId="{4B527865-DC8A-4988-AD01-D9BD301DC802}" srcId="{E2D29F25-784C-497E-AE9E-B6F37CEFC8E4}" destId="{33D37DD5-2EA0-4695-A630-6857C9FD0A4B}" srcOrd="3" destOrd="0" parTransId="{CE7D8059-CCAB-4DF0-AE44-F133FAD3293D}" sibTransId="{75309304-5F57-4E06-9D1C-AE1234A65ACF}"/>
    <dgm:cxn modelId="{1716FA4A-FD07-4E4D-8710-A4E120C90F6C}" type="presOf" srcId="{A9B9A909-2E02-4064-BF26-8D2D60CB073D}" destId="{6C434F42-A5C8-4EE2-B491-D757BCC47A7F}" srcOrd="1" destOrd="0" presId="urn:microsoft.com/office/officeart/2009/3/layout/HorizontalOrganizationChart"/>
    <dgm:cxn modelId="{6A7F854E-6555-49A1-8B9F-7A9F43525561}" type="presOf" srcId="{CE7D8059-CCAB-4DF0-AE44-F133FAD3293D}" destId="{C117F54F-4E49-44FA-A53D-8DB6D9C1B4A9}" srcOrd="0" destOrd="0" presId="urn:microsoft.com/office/officeart/2009/3/layout/HorizontalOrganizationChart"/>
    <dgm:cxn modelId="{DDAC6359-064E-42F4-AF77-A82DD9EDE581}" srcId="{E693E147-754F-4978-9697-4EF4C05529F7}" destId="{6E686584-1C28-4EB5-B7A8-982633A6B9D3}" srcOrd="0" destOrd="0" parTransId="{94787B0D-AD20-48E5-9153-D36F1A62D918}" sibTransId="{EF81AFE5-9F2B-4024-AD3B-E134882FD340}"/>
    <dgm:cxn modelId="{C522A77B-3796-430B-8068-C1F36A3E61C6}" srcId="{E693E147-754F-4978-9697-4EF4C05529F7}" destId="{2F31EEA7-62B0-4E3B-8E58-AE86AE7C4EAD}" srcOrd="2" destOrd="0" parTransId="{A641C936-EF0F-4B36-92B9-5FD7C78C302E}" sibTransId="{4AA8242E-FC99-4E19-9FA5-01313F678A1A}"/>
    <dgm:cxn modelId="{3E69BB86-8512-42E8-AB7D-0EB1D3D7F2AC}" type="presOf" srcId="{E693E147-754F-4978-9697-4EF4C05529F7}" destId="{BE62898B-E8D7-497E-AA17-BB833D6E9BC7}" srcOrd="0" destOrd="0" presId="urn:microsoft.com/office/officeart/2009/3/layout/HorizontalOrganizationChart"/>
    <dgm:cxn modelId="{59253E8F-AAC5-4BA1-9F37-BC8270971188}" type="presOf" srcId="{6E686584-1C28-4EB5-B7A8-982633A6B9D3}" destId="{EEB91436-FA35-461A-9E34-94C13B9AD151}" srcOrd="1" destOrd="0" presId="urn:microsoft.com/office/officeart/2009/3/layout/HorizontalOrganizationChart"/>
    <dgm:cxn modelId="{16F05993-FB62-4186-8C71-DDEABEBBD7EE}" type="presOf" srcId="{99456BD2-354D-4D2D-BB4D-18249CCD6802}" destId="{A70BC928-3D2B-483E-B95E-4078877F3E3D}" srcOrd="1" destOrd="0" presId="urn:microsoft.com/office/officeart/2009/3/layout/HorizontalOrganizationChart"/>
    <dgm:cxn modelId="{85EC0096-6A1E-4C9C-A6F8-4CCF1741E1F7}" type="presOf" srcId="{15A9F7D8-EC44-4F96-A27E-EC4E4801BE1F}" destId="{2B41B4FE-5D55-4636-9274-09C029909D8C}" srcOrd="0" destOrd="0" presId="urn:microsoft.com/office/officeart/2009/3/layout/HorizontalOrganizationChart"/>
    <dgm:cxn modelId="{CA16D897-9F33-45BE-BE49-A4313CA876EE}" srcId="{6E686584-1C28-4EB5-B7A8-982633A6B9D3}" destId="{A9B9A909-2E02-4064-BF26-8D2D60CB073D}" srcOrd="0" destOrd="0" parTransId="{058B10B2-DD6A-48AE-96C6-95BAF6862253}" sibTransId="{E5536B5D-1BF1-436B-8148-47E9C96612BA}"/>
    <dgm:cxn modelId="{DDB0FBA3-2DEE-485C-91E0-AA5A30AD6F7F}" srcId="{2F31EEA7-62B0-4E3B-8E58-AE86AE7C4EAD}" destId="{AB5ABEE7-3F2D-4099-BF28-6F6CB8F51566}" srcOrd="1" destOrd="0" parTransId="{636A529C-0236-4088-9051-EB0238E13069}" sibTransId="{90A12E48-C5A8-4E99-B490-EBBADA7AC04F}"/>
    <dgm:cxn modelId="{BB1CE0A4-CB84-4D40-B276-47FFAFB332B3}" type="presOf" srcId="{33D37DD5-2EA0-4695-A630-6857C9FD0A4B}" destId="{1D419337-8D12-4552-BFA5-738A301C720B}" srcOrd="1" destOrd="0" presId="urn:microsoft.com/office/officeart/2009/3/layout/HorizontalOrganizationChart"/>
    <dgm:cxn modelId="{42F038AA-917D-42AE-9117-219EF3D7B811}" type="presOf" srcId="{AB5ABEE7-3F2D-4099-BF28-6F6CB8F51566}" destId="{24EE57B5-7374-44A8-90A6-95EA4D4DE03B}" srcOrd="0" destOrd="0" presId="urn:microsoft.com/office/officeart/2009/3/layout/HorizontalOrganizationChart"/>
    <dgm:cxn modelId="{C17714AC-2D55-4C97-AAF9-238813DD803F}" type="presOf" srcId="{99456BD2-354D-4D2D-BB4D-18249CCD6802}" destId="{6D673627-03C6-45B2-99DB-C8CC76D28E64}" srcOrd="0" destOrd="0" presId="urn:microsoft.com/office/officeart/2009/3/layout/HorizontalOrganizationChart"/>
    <dgm:cxn modelId="{BE0D28AF-259C-4A6B-9929-83CBD73643BA}" type="presOf" srcId="{528F4317-40CF-4C57-B0AF-CABA48C91732}" destId="{37528287-3ADD-4756-A680-7FF82113A132}" srcOrd="0" destOrd="0" presId="urn:microsoft.com/office/officeart/2009/3/layout/HorizontalOrganizationChart"/>
    <dgm:cxn modelId="{EF8B6EB1-F74B-4DB2-A14C-6AA5FAD33176}" type="presOf" srcId="{1741A946-E0B8-4376-A0CF-C2F9D109734A}" destId="{DE89DF26-2488-4852-8332-0DB90CD341D9}" srcOrd="0" destOrd="0" presId="urn:microsoft.com/office/officeart/2009/3/layout/HorizontalOrganizationChart"/>
    <dgm:cxn modelId="{F4156EB3-B460-4FD0-A654-993798A32A9E}" type="presOf" srcId="{568697E0-B675-42F2-8D8C-F729077A2CFB}" destId="{91F360DA-85B8-42AE-AA67-58D03FB9C214}" srcOrd="0" destOrd="0" presId="urn:microsoft.com/office/officeart/2009/3/layout/HorizontalOrganizationChart"/>
    <dgm:cxn modelId="{264CD2B4-6980-4593-9245-0D0D1859F374}" type="presOf" srcId="{7F622A4A-71F2-471D-9A1B-DE9D6DAB4132}" destId="{39294605-BC3B-4B8C-AE71-2BE6659487B8}" srcOrd="0" destOrd="0" presId="urn:microsoft.com/office/officeart/2009/3/layout/HorizontalOrganizationChart"/>
    <dgm:cxn modelId="{AF4BF1BB-DB62-40A7-91E9-AE32BA64B003}" type="presOf" srcId="{BBD9DF04-698B-4B9F-900E-424E4C79B2EB}" destId="{A75CE11D-1A96-45B0-A4F5-9CFA747C2A2E}" srcOrd="0" destOrd="0" presId="urn:microsoft.com/office/officeart/2009/3/layout/HorizontalOrganizationChart"/>
    <dgm:cxn modelId="{696881CD-996E-40FD-BD1C-C36A92D44CD2}" type="presOf" srcId="{AB5ABEE7-3F2D-4099-BF28-6F6CB8F51566}" destId="{4C09EB04-4BEF-40CF-85AC-C89C5544BD7A}" srcOrd="1" destOrd="0" presId="urn:microsoft.com/office/officeart/2009/3/layout/HorizontalOrganizationChart"/>
    <dgm:cxn modelId="{3773A4D4-EEDD-42C1-8BBC-1458D88BB991}" type="presOf" srcId="{568697E0-B675-42F2-8D8C-F729077A2CFB}" destId="{2645447E-73E5-4B60-A13C-25F07F0050AD}" srcOrd="1" destOrd="0" presId="urn:microsoft.com/office/officeart/2009/3/layout/HorizontalOrganizationChart"/>
    <dgm:cxn modelId="{C9E597D7-6981-4711-8554-8866D4D87B0E}" srcId="{E2D29F25-784C-497E-AE9E-B6F37CEFC8E4}" destId="{568697E0-B675-42F2-8D8C-F729077A2CFB}" srcOrd="2" destOrd="0" parTransId="{15A9F7D8-EC44-4F96-A27E-EC4E4801BE1F}" sibTransId="{41951E9F-9195-460F-B436-BF38456B67D3}"/>
    <dgm:cxn modelId="{EBECBED7-B4A5-4CC7-BDD1-A615D8BA7FF8}" type="presOf" srcId="{1741A946-E0B8-4376-A0CF-C2F9D109734A}" destId="{817B109D-A5AC-45B4-86FF-F96AB9AA2689}" srcOrd="1" destOrd="0" presId="urn:microsoft.com/office/officeart/2009/3/layout/HorizontalOrganizationChart"/>
    <dgm:cxn modelId="{0421D7D8-BABD-4BD3-9EC4-064068DD7A16}" srcId="{E693E147-754F-4978-9697-4EF4C05529F7}" destId="{E2D29F25-784C-497E-AE9E-B6F37CEFC8E4}" srcOrd="1" destOrd="0" parTransId="{4CA46617-537F-4C42-95AA-F6863970631A}" sibTransId="{A6645E26-C7BC-4118-9202-8C1AC32D16FB}"/>
    <dgm:cxn modelId="{8F01B7DF-1F7D-4129-92AA-7D5060EB24CC}" type="presOf" srcId="{528F4317-40CF-4C57-B0AF-CABA48C91732}" destId="{4A95A62D-8F4C-409A-9AA6-0C24671417F6}" srcOrd="1" destOrd="0" presId="urn:microsoft.com/office/officeart/2009/3/layout/HorizontalOrganizationChart"/>
    <dgm:cxn modelId="{622C76E1-6A77-479F-B889-0A874842815A}" type="presOf" srcId="{A9B9A909-2E02-4064-BF26-8D2D60CB073D}" destId="{7F19C46F-41FE-4A98-B03A-8DF8098D756A}" srcOrd="0" destOrd="0" presId="urn:microsoft.com/office/officeart/2009/3/layout/HorizontalOrganizationChart"/>
    <dgm:cxn modelId="{57D075E6-B07A-4AE1-A9E4-7DCB76B5CA07}" type="presOf" srcId="{3D1B8757-B25F-4730-B4E7-75E55BDAA686}" destId="{7A0147A3-C5AF-4507-B961-0AC37082DF49}" srcOrd="0" destOrd="0" presId="urn:microsoft.com/office/officeart/2009/3/layout/HorizontalOrganizationChart"/>
    <dgm:cxn modelId="{DB9884E8-B956-4518-9924-7C600D1B8388}" type="presOf" srcId="{6E686584-1C28-4EB5-B7A8-982633A6B9D3}" destId="{E4E0A84B-2F4E-450F-B87B-305C0E5D10C5}" srcOrd="0" destOrd="0" presId="urn:microsoft.com/office/officeart/2009/3/layout/HorizontalOrganizationChart"/>
    <dgm:cxn modelId="{62759AEE-17C3-481E-8CE6-0EB8B4B5A39C}" type="presOf" srcId="{058B10B2-DD6A-48AE-96C6-95BAF6862253}" destId="{2A047B80-9AE3-419C-8287-EDEF8A967802}" srcOrd="0" destOrd="0" presId="urn:microsoft.com/office/officeart/2009/3/layout/HorizontalOrganizationChart"/>
    <dgm:cxn modelId="{02117DFF-4D4F-4607-B2B0-F63AAC552343}" srcId="{2F31EEA7-62B0-4E3B-8E58-AE86AE7C4EAD}" destId="{528F4317-40CF-4C57-B0AF-CABA48C91732}" srcOrd="0" destOrd="0" parTransId="{3D1B8757-B25F-4730-B4E7-75E55BDAA686}" sibTransId="{E5F79F1E-D1FA-4A57-B2C0-1D4A3F3CF5E3}"/>
    <dgm:cxn modelId="{DFFE82E4-EFBC-4538-9DEF-8CB57A6A0B93}" type="presParOf" srcId="{BE62898B-E8D7-497E-AA17-BB833D6E9BC7}" destId="{2A4FDB1B-A989-47EC-A084-D57F2A68E2CB}" srcOrd="0" destOrd="0" presId="urn:microsoft.com/office/officeart/2009/3/layout/HorizontalOrganizationChart"/>
    <dgm:cxn modelId="{8FD6378A-90FB-47AD-AFA9-750DCAB0F347}" type="presParOf" srcId="{2A4FDB1B-A989-47EC-A084-D57F2A68E2CB}" destId="{E432D5E6-75B4-4F9D-8E16-6E1BD6A28274}" srcOrd="0" destOrd="0" presId="urn:microsoft.com/office/officeart/2009/3/layout/HorizontalOrganizationChart"/>
    <dgm:cxn modelId="{3D8FD97D-5E37-4318-9F50-96AC80857058}" type="presParOf" srcId="{E432D5E6-75B4-4F9D-8E16-6E1BD6A28274}" destId="{E4E0A84B-2F4E-450F-B87B-305C0E5D10C5}" srcOrd="0" destOrd="0" presId="urn:microsoft.com/office/officeart/2009/3/layout/HorizontalOrganizationChart"/>
    <dgm:cxn modelId="{1085BFF1-5F38-4F87-A96C-F576E473DD7A}" type="presParOf" srcId="{E432D5E6-75B4-4F9D-8E16-6E1BD6A28274}" destId="{EEB91436-FA35-461A-9E34-94C13B9AD151}" srcOrd="1" destOrd="0" presId="urn:microsoft.com/office/officeart/2009/3/layout/HorizontalOrganizationChart"/>
    <dgm:cxn modelId="{71D6889B-8FB7-4161-96D3-FD8F029898E6}" type="presParOf" srcId="{2A4FDB1B-A989-47EC-A084-D57F2A68E2CB}" destId="{99B7A5C1-C4DD-4B32-AB62-CE46128A5DC1}" srcOrd="1" destOrd="0" presId="urn:microsoft.com/office/officeart/2009/3/layout/HorizontalOrganizationChart"/>
    <dgm:cxn modelId="{670D8B25-2279-4E16-A157-882C3E94AB4D}" type="presParOf" srcId="{99B7A5C1-C4DD-4B32-AB62-CE46128A5DC1}" destId="{2A047B80-9AE3-419C-8287-EDEF8A967802}" srcOrd="0" destOrd="0" presId="urn:microsoft.com/office/officeart/2009/3/layout/HorizontalOrganizationChart"/>
    <dgm:cxn modelId="{0B6A2736-B220-4A3D-92E8-1046F3033E10}" type="presParOf" srcId="{99B7A5C1-C4DD-4B32-AB62-CE46128A5DC1}" destId="{5EE4904F-0000-4A77-A9D5-10CD9A86532E}" srcOrd="1" destOrd="0" presId="urn:microsoft.com/office/officeart/2009/3/layout/HorizontalOrganizationChart"/>
    <dgm:cxn modelId="{970A30A7-0D67-4FA3-B0AB-D816C9DB329F}" type="presParOf" srcId="{5EE4904F-0000-4A77-A9D5-10CD9A86532E}" destId="{07634C08-0CFE-4854-AB36-543F7D7A175E}" srcOrd="0" destOrd="0" presId="urn:microsoft.com/office/officeart/2009/3/layout/HorizontalOrganizationChart"/>
    <dgm:cxn modelId="{DCBCCDCB-E6DD-449B-BAA7-4E9D03602C2E}" type="presParOf" srcId="{07634C08-0CFE-4854-AB36-543F7D7A175E}" destId="{7F19C46F-41FE-4A98-B03A-8DF8098D756A}" srcOrd="0" destOrd="0" presId="urn:microsoft.com/office/officeart/2009/3/layout/HorizontalOrganizationChart"/>
    <dgm:cxn modelId="{3BF6F81C-DF00-4FAD-8BEB-C8F6B95E7453}" type="presParOf" srcId="{07634C08-0CFE-4854-AB36-543F7D7A175E}" destId="{6C434F42-A5C8-4EE2-B491-D757BCC47A7F}" srcOrd="1" destOrd="0" presId="urn:microsoft.com/office/officeart/2009/3/layout/HorizontalOrganizationChart"/>
    <dgm:cxn modelId="{4996D96A-754A-4A8C-A811-09B4612FA135}" type="presParOf" srcId="{5EE4904F-0000-4A77-A9D5-10CD9A86532E}" destId="{6E4DD9BF-B9D6-41F9-BDAF-F5F4682A7B71}" srcOrd="1" destOrd="0" presId="urn:microsoft.com/office/officeart/2009/3/layout/HorizontalOrganizationChart"/>
    <dgm:cxn modelId="{6AF41C2B-63BF-4AAF-B2B6-C23D12C19CD6}" type="presParOf" srcId="{5EE4904F-0000-4A77-A9D5-10CD9A86532E}" destId="{21B3104C-E49B-4518-AEA0-17A23B3532A6}" srcOrd="2" destOrd="0" presId="urn:microsoft.com/office/officeart/2009/3/layout/HorizontalOrganizationChart"/>
    <dgm:cxn modelId="{B6BB4A3A-005C-4E25-9182-DF9B39152558}" type="presParOf" srcId="{2A4FDB1B-A989-47EC-A084-D57F2A68E2CB}" destId="{B9A7408F-2420-4775-9BCD-46016A10B10C}" srcOrd="2" destOrd="0" presId="urn:microsoft.com/office/officeart/2009/3/layout/HorizontalOrganizationChart"/>
    <dgm:cxn modelId="{97532CAE-1761-4CEF-B477-02B687E29726}" type="presParOf" srcId="{BE62898B-E8D7-497E-AA17-BB833D6E9BC7}" destId="{B282F4F1-1893-40E0-AA78-2ECEB201D2FE}" srcOrd="1" destOrd="0" presId="urn:microsoft.com/office/officeart/2009/3/layout/HorizontalOrganizationChart"/>
    <dgm:cxn modelId="{E7AEC491-535F-4E48-9BC0-688991675E7B}" type="presParOf" srcId="{B282F4F1-1893-40E0-AA78-2ECEB201D2FE}" destId="{82D1C5D7-6824-44B2-9BA9-7DC9055D526A}" srcOrd="0" destOrd="0" presId="urn:microsoft.com/office/officeart/2009/3/layout/HorizontalOrganizationChart"/>
    <dgm:cxn modelId="{9BFCF000-0D5A-4F36-ACCA-DF949DD474EE}" type="presParOf" srcId="{82D1C5D7-6824-44B2-9BA9-7DC9055D526A}" destId="{F5EDCEF7-72DE-48CE-B96A-19883CE1214A}" srcOrd="0" destOrd="0" presId="urn:microsoft.com/office/officeart/2009/3/layout/HorizontalOrganizationChart"/>
    <dgm:cxn modelId="{C83FC59A-BC34-4A31-AAAE-A65A2D849742}" type="presParOf" srcId="{82D1C5D7-6824-44B2-9BA9-7DC9055D526A}" destId="{F09BF5BF-EBFA-4C9A-8818-B0780C1694D4}" srcOrd="1" destOrd="0" presId="urn:microsoft.com/office/officeart/2009/3/layout/HorizontalOrganizationChart"/>
    <dgm:cxn modelId="{C4568944-3648-4819-A0D1-8CB78ADEE3CC}" type="presParOf" srcId="{B282F4F1-1893-40E0-AA78-2ECEB201D2FE}" destId="{32ED6C6B-0EA1-4840-BC08-A0E93DC4AE2F}" srcOrd="1" destOrd="0" presId="urn:microsoft.com/office/officeart/2009/3/layout/HorizontalOrganizationChart"/>
    <dgm:cxn modelId="{00F7596A-3B6A-4954-9EF7-62219E45B8E0}" type="presParOf" srcId="{32ED6C6B-0EA1-4840-BC08-A0E93DC4AE2F}" destId="{39294605-BC3B-4B8C-AE71-2BE6659487B8}" srcOrd="0" destOrd="0" presId="urn:microsoft.com/office/officeart/2009/3/layout/HorizontalOrganizationChart"/>
    <dgm:cxn modelId="{BA14321D-B05E-498F-AAD8-21300BF129F3}" type="presParOf" srcId="{32ED6C6B-0EA1-4840-BC08-A0E93DC4AE2F}" destId="{80E8E971-B201-44FE-9533-CB812CA59881}" srcOrd="1" destOrd="0" presId="urn:microsoft.com/office/officeart/2009/3/layout/HorizontalOrganizationChart"/>
    <dgm:cxn modelId="{A755781D-6CDB-4E4E-86F5-F706FEE523D4}" type="presParOf" srcId="{80E8E971-B201-44FE-9533-CB812CA59881}" destId="{3C80C237-96C2-4F68-A175-E7084EC2751D}" srcOrd="0" destOrd="0" presId="urn:microsoft.com/office/officeart/2009/3/layout/HorizontalOrganizationChart"/>
    <dgm:cxn modelId="{5FCFC26A-0447-4F49-A5AA-CF54A3475801}" type="presParOf" srcId="{3C80C237-96C2-4F68-A175-E7084EC2751D}" destId="{6D673627-03C6-45B2-99DB-C8CC76D28E64}" srcOrd="0" destOrd="0" presId="urn:microsoft.com/office/officeart/2009/3/layout/HorizontalOrganizationChart"/>
    <dgm:cxn modelId="{FB0C1D51-B095-4709-800D-60DBD20F5FF3}" type="presParOf" srcId="{3C80C237-96C2-4F68-A175-E7084EC2751D}" destId="{A70BC928-3D2B-483E-B95E-4078877F3E3D}" srcOrd="1" destOrd="0" presId="urn:microsoft.com/office/officeart/2009/3/layout/HorizontalOrganizationChart"/>
    <dgm:cxn modelId="{0C28E24F-E70A-40F5-8024-FC5B9C7EFA49}" type="presParOf" srcId="{80E8E971-B201-44FE-9533-CB812CA59881}" destId="{A4EA432A-2E20-464D-930F-93745D0877C3}" srcOrd="1" destOrd="0" presId="urn:microsoft.com/office/officeart/2009/3/layout/HorizontalOrganizationChart"/>
    <dgm:cxn modelId="{AC2F6FD0-755F-4C12-8CDC-8DFD2C27E4FD}" type="presParOf" srcId="{80E8E971-B201-44FE-9533-CB812CA59881}" destId="{7940C953-8C97-40E3-A7D4-FBD7ABAD52B4}" srcOrd="2" destOrd="0" presId="urn:microsoft.com/office/officeart/2009/3/layout/HorizontalOrganizationChart"/>
    <dgm:cxn modelId="{8A812299-56DA-47A9-92DB-7FFB58873FA7}" type="presParOf" srcId="{32ED6C6B-0EA1-4840-BC08-A0E93DC4AE2F}" destId="{A75CE11D-1A96-45B0-A4F5-9CFA747C2A2E}" srcOrd="2" destOrd="0" presId="urn:microsoft.com/office/officeart/2009/3/layout/HorizontalOrganizationChart"/>
    <dgm:cxn modelId="{F9961842-434E-40E5-9623-DF0245D0121A}" type="presParOf" srcId="{32ED6C6B-0EA1-4840-BC08-A0E93DC4AE2F}" destId="{4B15798D-18E6-4F7F-AA8F-42CA477DFD82}" srcOrd="3" destOrd="0" presId="urn:microsoft.com/office/officeart/2009/3/layout/HorizontalOrganizationChart"/>
    <dgm:cxn modelId="{6A6D32FD-558B-4EC9-B204-D6B3B2CD791D}" type="presParOf" srcId="{4B15798D-18E6-4F7F-AA8F-42CA477DFD82}" destId="{7B9B0CBB-075C-4B84-9710-A4772A62CDE4}" srcOrd="0" destOrd="0" presId="urn:microsoft.com/office/officeart/2009/3/layout/HorizontalOrganizationChart"/>
    <dgm:cxn modelId="{B0C0E35D-3E19-4B3A-95CF-89E0430FC030}" type="presParOf" srcId="{7B9B0CBB-075C-4B84-9710-A4772A62CDE4}" destId="{DE89DF26-2488-4852-8332-0DB90CD341D9}" srcOrd="0" destOrd="0" presId="urn:microsoft.com/office/officeart/2009/3/layout/HorizontalOrganizationChart"/>
    <dgm:cxn modelId="{2FA62B80-B9C6-45A6-ABD4-7DB1BADD1E78}" type="presParOf" srcId="{7B9B0CBB-075C-4B84-9710-A4772A62CDE4}" destId="{817B109D-A5AC-45B4-86FF-F96AB9AA2689}" srcOrd="1" destOrd="0" presId="urn:microsoft.com/office/officeart/2009/3/layout/HorizontalOrganizationChart"/>
    <dgm:cxn modelId="{FFD5838A-D68D-48DC-B118-5910072F4335}" type="presParOf" srcId="{4B15798D-18E6-4F7F-AA8F-42CA477DFD82}" destId="{6974263C-076B-4524-91B4-05666E2B1BAD}" srcOrd="1" destOrd="0" presId="urn:microsoft.com/office/officeart/2009/3/layout/HorizontalOrganizationChart"/>
    <dgm:cxn modelId="{5767AA71-51E9-4634-A340-458B3998724C}" type="presParOf" srcId="{4B15798D-18E6-4F7F-AA8F-42CA477DFD82}" destId="{31CEB6FA-701F-4EBF-A17F-917D4D97E40C}" srcOrd="2" destOrd="0" presId="urn:microsoft.com/office/officeart/2009/3/layout/HorizontalOrganizationChart"/>
    <dgm:cxn modelId="{EFC8B093-0854-4B9E-B289-9A6CA801AE57}" type="presParOf" srcId="{32ED6C6B-0EA1-4840-BC08-A0E93DC4AE2F}" destId="{2B41B4FE-5D55-4636-9274-09C029909D8C}" srcOrd="4" destOrd="0" presId="urn:microsoft.com/office/officeart/2009/3/layout/HorizontalOrganizationChart"/>
    <dgm:cxn modelId="{5E84E48F-9009-443F-83F6-169E10BA1479}" type="presParOf" srcId="{32ED6C6B-0EA1-4840-BC08-A0E93DC4AE2F}" destId="{6203537F-DA4D-4035-9545-4F19DA7BB838}" srcOrd="5" destOrd="0" presId="urn:microsoft.com/office/officeart/2009/3/layout/HorizontalOrganizationChart"/>
    <dgm:cxn modelId="{DC53FEB7-3BF7-4A41-AA5C-980E11CF7FC1}" type="presParOf" srcId="{6203537F-DA4D-4035-9545-4F19DA7BB838}" destId="{DDD1684C-19AC-4F1E-A5E4-CC8E82F68022}" srcOrd="0" destOrd="0" presId="urn:microsoft.com/office/officeart/2009/3/layout/HorizontalOrganizationChart"/>
    <dgm:cxn modelId="{57FB3011-F9F7-497B-BB07-66FF186150E3}" type="presParOf" srcId="{DDD1684C-19AC-4F1E-A5E4-CC8E82F68022}" destId="{91F360DA-85B8-42AE-AA67-58D03FB9C214}" srcOrd="0" destOrd="0" presId="urn:microsoft.com/office/officeart/2009/3/layout/HorizontalOrganizationChart"/>
    <dgm:cxn modelId="{A15A2290-8516-493D-8FDC-6434751DA5A1}" type="presParOf" srcId="{DDD1684C-19AC-4F1E-A5E4-CC8E82F68022}" destId="{2645447E-73E5-4B60-A13C-25F07F0050AD}" srcOrd="1" destOrd="0" presId="urn:microsoft.com/office/officeart/2009/3/layout/HorizontalOrganizationChart"/>
    <dgm:cxn modelId="{61664416-2213-48D3-9F2C-BD9736197949}" type="presParOf" srcId="{6203537F-DA4D-4035-9545-4F19DA7BB838}" destId="{00EBF11C-ED18-40EE-A6BC-D61CDDBB182C}" srcOrd="1" destOrd="0" presId="urn:microsoft.com/office/officeart/2009/3/layout/HorizontalOrganizationChart"/>
    <dgm:cxn modelId="{14498494-704D-482B-A595-75BEB46E5B26}" type="presParOf" srcId="{6203537F-DA4D-4035-9545-4F19DA7BB838}" destId="{582F9757-6B65-4251-B392-83891A451A45}" srcOrd="2" destOrd="0" presId="urn:microsoft.com/office/officeart/2009/3/layout/HorizontalOrganizationChart"/>
    <dgm:cxn modelId="{DAD8081C-4CE2-4F51-8C8F-548A1F7542A9}" type="presParOf" srcId="{32ED6C6B-0EA1-4840-BC08-A0E93DC4AE2F}" destId="{C117F54F-4E49-44FA-A53D-8DB6D9C1B4A9}" srcOrd="6" destOrd="0" presId="urn:microsoft.com/office/officeart/2009/3/layout/HorizontalOrganizationChart"/>
    <dgm:cxn modelId="{DDFA3FA9-1011-4929-80A2-36ADBEB30923}" type="presParOf" srcId="{32ED6C6B-0EA1-4840-BC08-A0E93DC4AE2F}" destId="{3A08A85A-A121-4195-96E6-96F2D78B5079}" srcOrd="7" destOrd="0" presId="urn:microsoft.com/office/officeart/2009/3/layout/HorizontalOrganizationChart"/>
    <dgm:cxn modelId="{C7C4A473-0504-4C07-8F3A-2AFEC0E7F985}" type="presParOf" srcId="{3A08A85A-A121-4195-96E6-96F2D78B5079}" destId="{E6BDE803-BEAD-41CF-A17F-6088D377AFC3}" srcOrd="0" destOrd="0" presId="urn:microsoft.com/office/officeart/2009/3/layout/HorizontalOrganizationChart"/>
    <dgm:cxn modelId="{37AD1EBC-9094-4D96-9E2E-98D335D6C0F2}" type="presParOf" srcId="{E6BDE803-BEAD-41CF-A17F-6088D377AFC3}" destId="{79C2A18B-C6B9-4792-AF4E-EA3657954109}" srcOrd="0" destOrd="0" presId="urn:microsoft.com/office/officeart/2009/3/layout/HorizontalOrganizationChart"/>
    <dgm:cxn modelId="{0BCBD505-2761-470D-B49A-6F3035EAE7FE}" type="presParOf" srcId="{E6BDE803-BEAD-41CF-A17F-6088D377AFC3}" destId="{1D419337-8D12-4552-BFA5-738A301C720B}" srcOrd="1" destOrd="0" presId="urn:microsoft.com/office/officeart/2009/3/layout/HorizontalOrganizationChart"/>
    <dgm:cxn modelId="{A2F10769-2603-4FD6-8039-F01F00EBD261}" type="presParOf" srcId="{3A08A85A-A121-4195-96E6-96F2D78B5079}" destId="{22BD5B88-3D66-43BC-928D-DDC5058392E4}" srcOrd="1" destOrd="0" presId="urn:microsoft.com/office/officeart/2009/3/layout/HorizontalOrganizationChart"/>
    <dgm:cxn modelId="{26318C01-52B9-4006-8384-080C816E0621}" type="presParOf" srcId="{3A08A85A-A121-4195-96E6-96F2D78B5079}" destId="{D4ED4859-0D62-43B9-9BD2-3C07CA8090F2}" srcOrd="2" destOrd="0" presId="urn:microsoft.com/office/officeart/2009/3/layout/HorizontalOrganizationChart"/>
    <dgm:cxn modelId="{85C926D7-4628-4332-8E8E-C53B0382FA51}" type="presParOf" srcId="{B282F4F1-1893-40E0-AA78-2ECEB201D2FE}" destId="{59D201F9-63AE-47CF-90D4-D510C0EAE8DE}" srcOrd="2" destOrd="0" presId="urn:microsoft.com/office/officeart/2009/3/layout/HorizontalOrganizationChart"/>
    <dgm:cxn modelId="{B1511D13-4058-4A1C-8C48-CB3AAECF3192}" type="presParOf" srcId="{BE62898B-E8D7-497E-AA17-BB833D6E9BC7}" destId="{9A5465F7-D57F-4DB2-A21F-264E70C17A89}" srcOrd="2" destOrd="0" presId="urn:microsoft.com/office/officeart/2009/3/layout/HorizontalOrganizationChart"/>
    <dgm:cxn modelId="{6079E30F-EB8C-44BB-89A5-54DFC18C20C1}" type="presParOf" srcId="{9A5465F7-D57F-4DB2-A21F-264E70C17A89}" destId="{485D0581-2F39-462A-A547-964F2DE46DB4}" srcOrd="0" destOrd="0" presId="urn:microsoft.com/office/officeart/2009/3/layout/HorizontalOrganizationChart"/>
    <dgm:cxn modelId="{6CC0E4E0-B9B7-4542-8218-FA2B601F85FF}" type="presParOf" srcId="{485D0581-2F39-462A-A547-964F2DE46DB4}" destId="{8BC52E49-D737-44B3-8E07-734D8B7E83F9}" srcOrd="0" destOrd="0" presId="urn:microsoft.com/office/officeart/2009/3/layout/HorizontalOrganizationChart"/>
    <dgm:cxn modelId="{3019D25D-742A-4C20-9AEA-E8083E8057FF}" type="presParOf" srcId="{485D0581-2F39-462A-A547-964F2DE46DB4}" destId="{40CC1BEF-59E3-4228-8C9B-1CB3D1211416}" srcOrd="1" destOrd="0" presId="urn:microsoft.com/office/officeart/2009/3/layout/HorizontalOrganizationChart"/>
    <dgm:cxn modelId="{75D85E65-4C78-4EF0-8239-97C9AD55E2D2}" type="presParOf" srcId="{9A5465F7-D57F-4DB2-A21F-264E70C17A89}" destId="{01A6F6F5-8D7D-48FE-90D0-2078727FD2E4}" srcOrd="1" destOrd="0" presId="urn:microsoft.com/office/officeart/2009/3/layout/HorizontalOrganizationChart"/>
    <dgm:cxn modelId="{B4640FE2-F65D-479A-AADD-E1B3C5614CB9}" type="presParOf" srcId="{01A6F6F5-8D7D-48FE-90D0-2078727FD2E4}" destId="{7A0147A3-C5AF-4507-B961-0AC37082DF49}" srcOrd="0" destOrd="0" presId="urn:microsoft.com/office/officeart/2009/3/layout/HorizontalOrganizationChart"/>
    <dgm:cxn modelId="{29C342A1-6B70-4144-BFF9-59F26552F1F2}" type="presParOf" srcId="{01A6F6F5-8D7D-48FE-90D0-2078727FD2E4}" destId="{F7F57689-A7DE-4ED7-AF00-4F1622CB29BA}" srcOrd="1" destOrd="0" presId="urn:microsoft.com/office/officeart/2009/3/layout/HorizontalOrganizationChart"/>
    <dgm:cxn modelId="{B84FA694-7114-4861-B7CC-76B0342DBAF2}" type="presParOf" srcId="{F7F57689-A7DE-4ED7-AF00-4F1622CB29BA}" destId="{B77066DC-E65A-4133-B8FC-2A4DC8EBEFA5}" srcOrd="0" destOrd="0" presId="urn:microsoft.com/office/officeart/2009/3/layout/HorizontalOrganizationChart"/>
    <dgm:cxn modelId="{FF91BCF9-A0F5-4BCE-A59D-C25154972695}" type="presParOf" srcId="{B77066DC-E65A-4133-B8FC-2A4DC8EBEFA5}" destId="{37528287-3ADD-4756-A680-7FF82113A132}" srcOrd="0" destOrd="0" presId="urn:microsoft.com/office/officeart/2009/3/layout/HorizontalOrganizationChart"/>
    <dgm:cxn modelId="{07F517F3-DE68-47F6-9CBB-20D95794ABF1}" type="presParOf" srcId="{B77066DC-E65A-4133-B8FC-2A4DC8EBEFA5}" destId="{4A95A62D-8F4C-409A-9AA6-0C24671417F6}" srcOrd="1" destOrd="0" presId="urn:microsoft.com/office/officeart/2009/3/layout/HorizontalOrganizationChart"/>
    <dgm:cxn modelId="{6901083F-7378-444B-91CB-AA5A2A074E78}" type="presParOf" srcId="{F7F57689-A7DE-4ED7-AF00-4F1622CB29BA}" destId="{B43FC17A-CEAE-49ED-B2B2-661958532FDA}" srcOrd="1" destOrd="0" presId="urn:microsoft.com/office/officeart/2009/3/layout/HorizontalOrganizationChart"/>
    <dgm:cxn modelId="{24BCD8F5-286B-4B4F-B0EC-85E4FD228B06}" type="presParOf" srcId="{F7F57689-A7DE-4ED7-AF00-4F1622CB29BA}" destId="{09114368-F485-448C-A357-E56503B8EA98}" srcOrd="2" destOrd="0" presId="urn:microsoft.com/office/officeart/2009/3/layout/HorizontalOrganizationChart"/>
    <dgm:cxn modelId="{F7251688-EBDE-4412-B215-5F3F80AA720C}" type="presParOf" srcId="{01A6F6F5-8D7D-48FE-90D0-2078727FD2E4}" destId="{69489311-5162-4584-A7DD-228D2E2E865E}" srcOrd="2" destOrd="0" presId="urn:microsoft.com/office/officeart/2009/3/layout/HorizontalOrganizationChart"/>
    <dgm:cxn modelId="{CA9666E5-9A54-40FE-B722-162A3465F85E}" type="presParOf" srcId="{01A6F6F5-8D7D-48FE-90D0-2078727FD2E4}" destId="{0E72D723-3039-463D-8D5E-2F3CB4D6ECB0}" srcOrd="3" destOrd="0" presId="urn:microsoft.com/office/officeart/2009/3/layout/HorizontalOrganizationChart"/>
    <dgm:cxn modelId="{ACA86B43-30B3-41D8-AB8E-AF0A3E09E925}" type="presParOf" srcId="{0E72D723-3039-463D-8D5E-2F3CB4D6ECB0}" destId="{3736A47A-F741-48E9-9A75-E7D7AC619CB0}" srcOrd="0" destOrd="0" presId="urn:microsoft.com/office/officeart/2009/3/layout/HorizontalOrganizationChart"/>
    <dgm:cxn modelId="{8DF856BD-A5A9-4EE1-A99E-F4C00F0941CF}" type="presParOf" srcId="{3736A47A-F741-48E9-9A75-E7D7AC619CB0}" destId="{24EE57B5-7374-44A8-90A6-95EA4D4DE03B}" srcOrd="0" destOrd="0" presId="urn:microsoft.com/office/officeart/2009/3/layout/HorizontalOrganizationChart"/>
    <dgm:cxn modelId="{22B75E7F-6687-4194-AF9A-68EBD87129F7}" type="presParOf" srcId="{3736A47A-F741-48E9-9A75-E7D7AC619CB0}" destId="{4C09EB04-4BEF-40CF-85AC-C89C5544BD7A}" srcOrd="1" destOrd="0" presId="urn:microsoft.com/office/officeart/2009/3/layout/HorizontalOrganizationChart"/>
    <dgm:cxn modelId="{6598B082-AEB7-405F-A0CB-FD7B7333921A}" type="presParOf" srcId="{0E72D723-3039-463D-8D5E-2F3CB4D6ECB0}" destId="{4A180757-12B9-4629-B6DC-4935404E42C6}" srcOrd="1" destOrd="0" presId="urn:microsoft.com/office/officeart/2009/3/layout/HorizontalOrganizationChart"/>
    <dgm:cxn modelId="{A5F4DC59-C8DC-4BA5-8BE7-1ADC1B2243F0}" type="presParOf" srcId="{0E72D723-3039-463D-8D5E-2F3CB4D6ECB0}" destId="{0295438D-28B6-4308-9A82-1089B5EABCCB}" srcOrd="2" destOrd="0" presId="urn:microsoft.com/office/officeart/2009/3/layout/HorizontalOrganizationChart"/>
    <dgm:cxn modelId="{53DE9F92-4332-4CE5-87D8-C519122C3E62}" type="presParOf" srcId="{9A5465F7-D57F-4DB2-A21F-264E70C17A89}" destId="{76D80433-F13E-49B4-9C39-E1BD117B805D}" srcOrd="2" destOrd="0" presId="urn:microsoft.com/office/officeart/2009/3/layout/HorizontalOrganizationChar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0DCB6F-085A-4A27-A3E1-6D74D1A80835}"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F4A91D3-AF60-4ACA-BE67-10D037E16FEA}">
      <dgm:prSet/>
      <dgm:spPr/>
      <dgm:t>
        <a:bodyPr/>
        <a:lstStyle/>
        <a:p>
          <a:pPr>
            <a:lnSpc>
              <a:spcPct val="100000"/>
            </a:lnSpc>
            <a:defRPr b="1"/>
          </a:pPr>
          <a:r>
            <a:rPr lang="en-US"/>
            <a:t>Live service</a:t>
          </a:r>
        </a:p>
      </dgm:t>
    </dgm:pt>
    <dgm:pt modelId="{14D3DB42-0923-4CE0-97D4-487EA5AE7297}" type="parTrans" cxnId="{F219297C-8868-4FB5-9EF8-E6532482D06C}">
      <dgm:prSet/>
      <dgm:spPr/>
      <dgm:t>
        <a:bodyPr/>
        <a:lstStyle/>
        <a:p>
          <a:endParaRPr lang="en-US"/>
        </a:p>
      </dgm:t>
    </dgm:pt>
    <dgm:pt modelId="{9BC60CB0-C315-4568-ACD1-158EB7F291F3}" type="sibTrans" cxnId="{F219297C-8868-4FB5-9EF8-E6532482D06C}">
      <dgm:prSet/>
      <dgm:spPr/>
      <dgm:t>
        <a:bodyPr/>
        <a:lstStyle/>
        <a:p>
          <a:endParaRPr lang="en-US"/>
        </a:p>
      </dgm:t>
    </dgm:pt>
    <dgm:pt modelId="{2F6C452A-5E87-4091-B3B5-6029C93FA58A}">
      <dgm:prSet/>
      <dgm:spPr/>
      <dgm:t>
        <a:bodyPr/>
        <a:lstStyle/>
        <a:p>
          <a:pPr>
            <a:lnSpc>
              <a:spcPct val="100000"/>
            </a:lnSpc>
          </a:pPr>
          <a:r>
            <a:rPr lang="en-US"/>
            <a:t>Utilize live services when local hosting/processing not necessary (i.e., aerial imagery for mini-maps)</a:t>
          </a:r>
        </a:p>
      </dgm:t>
    </dgm:pt>
    <dgm:pt modelId="{56AD7B3E-1240-488A-9AC5-53C7EF6FF566}" type="parTrans" cxnId="{F1395DE9-57F5-44D1-8120-2F5E7A0C4D9C}">
      <dgm:prSet/>
      <dgm:spPr/>
      <dgm:t>
        <a:bodyPr/>
        <a:lstStyle/>
        <a:p>
          <a:endParaRPr lang="en-US"/>
        </a:p>
      </dgm:t>
    </dgm:pt>
    <dgm:pt modelId="{FBECBEF7-8BAB-4B5B-BFBC-8C26E2BC4CAA}" type="sibTrans" cxnId="{F1395DE9-57F5-44D1-8120-2F5E7A0C4D9C}">
      <dgm:prSet/>
      <dgm:spPr/>
      <dgm:t>
        <a:bodyPr/>
        <a:lstStyle/>
        <a:p>
          <a:endParaRPr lang="en-US"/>
        </a:p>
      </dgm:t>
    </dgm:pt>
    <dgm:pt modelId="{11C65AFA-5E81-45F9-BBE4-3503A41E8C4B}">
      <dgm:prSet/>
      <dgm:spPr/>
      <dgm:t>
        <a:bodyPr/>
        <a:lstStyle/>
        <a:p>
          <a:pPr>
            <a:lnSpc>
              <a:spcPct val="100000"/>
            </a:lnSpc>
            <a:defRPr b="1"/>
          </a:pPr>
          <a:r>
            <a:rPr lang="en-US"/>
            <a:t>Spatial Intersect (Parcels + Flood Zones)</a:t>
          </a:r>
        </a:p>
      </dgm:t>
    </dgm:pt>
    <dgm:pt modelId="{35EDBFBF-A02F-4D97-9053-72933880324F}" type="parTrans" cxnId="{D8D20388-5A9C-4B31-93DA-EE1C7C1767E4}">
      <dgm:prSet/>
      <dgm:spPr/>
      <dgm:t>
        <a:bodyPr/>
        <a:lstStyle/>
        <a:p>
          <a:endParaRPr lang="en-US"/>
        </a:p>
      </dgm:t>
    </dgm:pt>
    <dgm:pt modelId="{DC68E571-3FF8-4C3F-AF67-4A676D60881C}" type="sibTrans" cxnId="{D8D20388-5A9C-4B31-93DA-EE1C7C1767E4}">
      <dgm:prSet/>
      <dgm:spPr/>
      <dgm:t>
        <a:bodyPr/>
        <a:lstStyle/>
        <a:p>
          <a:endParaRPr lang="en-US"/>
        </a:p>
      </dgm:t>
    </dgm:pt>
    <dgm:pt modelId="{275DD6A8-0DF3-4AFD-B52B-B7819E608EA9}">
      <dgm:prSet/>
      <dgm:spPr/>
      <dgm:t>
        <a:bodyPr/>
        <a:lstStyle/>
        <a:p>
          <a:pPr>
            <a:lnSpc>
              <a:spcPct val="100000"/>
            </a:lnSpc>
          </a:pPr>
          <a:r>
            <a:rPr lang="en-US" dirty="0"/>
            <a:t>Unique symbology, filter out zones “X” and “Open Water”</a:t>
          </a:r>
        </a:p>
      </dgm:t>
    </dgm:pt>
    <dgm:pt modelId="{86363E95-6477-4227-BE57-46247411442D}" type="parTrans" cxnId="{D7A9B741-71A5-4DAF-9885-0D3E6EAB7E82}">
      <dgm:prSet/>
      <dgm:spPr/>
      <dgm:t>
        <a:bodyPr/>
        <a:lstStyle/>
        <a:p>
          <a:endParaRPr lang="en-US"/>
        </a:p>
      </dgm:t>
    </dgm:pt>
    <dgm:pt modelId="{CB4FF417-6991-4445-B600-F3CAC50E79BC}" type="sibTrans" cxnId="{D7A9B741-71A5-4DAF-9885-0D3E6EAB7E82}">
      <dgm:prSet/>
      <dgm:spPr/>
      <dgm:t>
        <a:bodyPr/>
        <a:lstStyle/>
        <a:p>
          <a:endParaRPr lang="en-US"/>
        </a:p>
      </dgm:t>
    </dgm:pt>
    <dgm:pt modelId="{9EF326ED-864F-49D1-A045-C2F5A445E672}">
      <dgm:prSet/>
      <dgm:spPr/>
      <dgm:t>
        <a:bodyPr/>
        <a:lstStyle/>
        <a:p>
          <a:pPr>
            <a:lnSpc>
              <a:spcPct val="100000"/>
            </a:lnSpc>
            <a:defRPr b="1"/>
          </a:pPr>
          <a:r>
            <a:rPr lang="en-US"/>
            <a:t>Added field(s)</a:t>
          </a:r>
        </a:p>
      </dgm:t>
    </dgm:pt>
    <dgm:pt modelId="{2214A4B6-41F6-4BAB-88D2-3D5F53AA027D}" type="parTrans" cxnId="{CF2DFA4F-47B5-4907-917B-423572CAF8C5}">
      <dgm:prSet/>
      <dgm:spPr/>
      <dgm:t>
        <a:bodyPr/>
        <a:lstStyle/>
        <a:p>
          <a:endParaRPr lang="en-US"/>
        </a:p>
      </dgm:t>
    </dgm:pt>
    <dgm:pt modelId="{1E705495-C2F3-4476-9B7D-015A0552C77D}" type="sibTrans" cxnId="{CF2DFA4F-47B5-4907-917B-423572CAF8C5}">
      <dgm:prSet/>
      <dgm:spPr/>
      <dgm:t>
        <a:bodyPr/>
        <a:lstStyle/>
        <a:p>
          <a:endParaRPr lang="en-US"/>
        </a:p>
      </dgm:t>
    </dgm:pt>
    <dgm:pt modelId="{01D6DCE8-68DB-4558-8EAF-FEFA47D3B75A}">
      <dgm:prSet/>
      <dgm:spPr/>
      <dgm:t>
        <a:bodyPr/>
        <a:lstStyle/>
        <a:p>
          <a:pPr>
            <a:lnSpc>
              <a:spcPct val="100000"/>
            </a:lnSpc>
          </a:pPr>
          <a:r>
            <a:rPr lang="en-US"/>
            <a:t>Added a "Risk_Level" field to symbolize data within the flood zones by “High” or “Moderate” (easy visualization)</a:t>
          </a:r>
        </a:p>
      </dgm:t>
    </dgm:pt>
    <dgm:pt modelId="{A9ED914B-8191-497E-B42A-DF98A5CC8CF5}" type="parTrans" cxnId="{81B22822-6AD2-4FE8-A932-3B7852F83D0D}">
      <dgm:prSet/>
      <dgm:spPr/>
      <dgm:t>
        <a:bodyPr/>
        <a:lstStyle/>
        <a:p>
          <a:endParaRPr lang="en-US"/>
        </a:p>
      </dgm:t>
    </dgm:pt>
    <dgm:pt modelId="{6D3BE594-8C78-4AFB-A15F-558694414AFD}" type="sibTrans" cxnId="{81B22822-6AD2-4FE8-A932-3B7852F83D0D}">
      <dgm:prSet/>
      <dgm:spPr/>
      <dgm:t>
        <a:bodyPr/>
        <a:lstStyle/>
        <a:p>
          <a:endParaRPr lang="en-US"/>
        </a:p>
      </dgm:t>
    </dgm:pt>
    <dgm:pt modelId="{0969DBA7-85FD-4F04-ADA1-62D4DC201E13}" type="pres">
      <dgm:prSet presAssocID="{F90DCB6F-085A-4A27-A3E1-6D74D1A80835}" presName="root" presStyleCnt="0">
        <dgm:presLayoutVars>
          <dgm:dir/>
          <dgm:resizeHandles val="exact"/>
        </dgm:presLayoutVars>
      </dgm:prSet>
      <dgm:spPr/>
    </dgm:pt>
    <dgm:pt modelId="{4F279F2D-F487-4AFB-83CF-A54E0B94F68D}" type="pres">
      <dgm:prSet presAssocID="{3F4A91D3-AF60-4ACA-BE67-10D037E16FEA}" presName="compNode" presStyleCnt="0"/>
      <dgm:spPr/>
    </dgm:pt>
    <dgm:pt modelId="{771EA4D9-09E2-443B-A20E-CCF7C2BCAE90}" type="pres">
      <dgm:prSet presAssocID="{3F4A91D3-AF60-4ACA-BE67-10D037E16FEA}"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atellite"/>
        </a:ext>
      </dgm:extLst>
    </dgm:pt>
    <dgm:pt modelId="{74267BD5-BC13-471E-B4DB-2812859097BB}" type="pres">
      <dgm:prSet presAssocID="{3F4A91D3-AF60-4ACA-BE67-10D037E16FEA}" presName="iconSpace" presStyleCnt="0"/>
      <dgm:spPr/>
    </dgm:pt>
    <dgm:pt modelId="{0ADE1CED-8E28-4790-8C4B-B61625A62532}" type="pres">
      <dgm:prSet presAssocID="{3F4A91D3-AF60-4ACA-BE67-10D037E16FEA}" presName="parTx" presStyleLbl="revTx" presStyleIdx="0" presStyleCnt="6">
        <dgm:presLayoutVars>
          <dgm:chMax val="0"/>
          <dgm:chPref val="0"/>
        </dgm:presLayoutVars>
      </dgm:prSet>
      <dgm:spPr/>
    </dgm:pt>
    <dgm:pt modelId="{2E89D1A4-032A-4A5E-8011-DF5EE212C345}" type="pres">
      <dgm:prSet presAssocID="{3F4A91D3-AF60-4ACA-BE67-10D037E16FEA}" presName="txSpace" presStyleCnt="0"/>
      <dgm:spPr/>
    </dgm:pt>
    <dgm:pt modelId="{3F22362A-47D6-4270-A087-D4EF55316DF2}" type="pres">
      <dgm:prSet presAssocID="{3F4A91D3-AF60-4ACA-BE67-10D037E16FEA}" presName="desTx" presStyleLbl="revTx" presStyleIdx="1" presStyleCnt="6">
        <dgm:presLayoutVars/>
      </dgm:prSet>
      <dgm:spPr/>
    </dgm:pt>
    <dgm:pt modelId="{2D031EC8-99E9-480C-9492-181D4C7F4238}" type="pres">
      <dgm:prSet presAssocID="{9BC60CB0-C315-4568-ACD1-158EB7F291F3}" presName="sibTrans" presStyleCnt="0"/>
      <dgm:spPr/>
    </dgm:pt>
    <dgm:pt modelId="{24A6C818-A060-434B-8264-13434FC114AB}" type="pres">
      <dgm:prSet presAssocID="{11C65AFA-5E81-45F9-BBE4-3503A41E8C4B}" presName="compNode" presStyleCnt="0"/>
      <dgm:spPr/>
    </dgm:pt>
    <dgm:pt modelId="{E47157DA-DE06-40B4-BE43-A65AC14DF4C4}" type="pres">
      <dgm:prSet presAssocID="{11C65AFA-5E81-45F9-BBE4-3503A41E8C4B}"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idge scene"/>
        </a:ext>
      </dgm:extLst>
    </dgm:pt>
    <dgm:pt modelId="{936B2AB3-6F20-4EF0-A6E4-790A734094A8}" type="pres">
      <dgm:prSet presAssocID="{11C65AFA-5E81-45F9-BBE4-3503A41E8C4B}" presName="iconSpace" presStyleCnt="0"/>
      <dgm:spPr/>
    </dgm:pt>
    <dgm:pt modelId="{F5AE2976-D952-428D-BD5C-F53F426B4970}" type="pres">
      <dgm:prSet presAssocID="{11C65AFA-5E81-45F9-BBE4-3503A41E8C4B}" presName="parTx" presStyleLbl="revTx" presStyleIdx="2" presStyleCnt="6">
        <dgm:presLayoutVars>
          <dgm:chMax val="0"/>
          <dgm:chPref val="0"/>
        </dgm:presLayoutVars>
      </dgm:prSet>
      <dgm:spPr/>
    </dgm:pt>
    <dgm:pt modelId="{BADC6E85-F268-4E13-9546-311968DFAEB2}" type="pres">
      <dgm:prSet presAssocID="{11C65AFA-5E81-45F9-BBE4-3503A41E8C4B}" presName="txSpace" presStyleCnt="0"/>
      <dgm:spPr/>
    </dgm:pt>
    <dgm:pt modelId="{E5A653FD-A9F9-4184-982A-E10EAE151E01}" type="pres">
      <dgm:prSet presAssocID="{11C65AFA-5E81-45F9-BBE4-3503A41E8C4B}" presName="desTx" presStyleLbl="revTx" presStyleIdx="3" presStyleCnt="6">
        <dgm:presLayoutVars/>
      </dgm:prSet>
      <dgm:spPr/>
    </dgm:pt>
    <dgm:pt modelId="{508FA010-CBEB-4723-973D-26547C14859E}" type="pres">
      <dgm:prSet presAssocID="{DC68E571-3FF8-4C3F-AF67-4A676D60881C}" presName="sibTrans" presStyleCnt="0"/>
      <dgm:spPr/>
    </dgm:pt>
    <dgm:pt modelId="{1B21BD8B-2FBB-4923-A83D-9146F095F3F5}" type="pres">
      <dgm:prSet presAssocID="{9EF326ED-864F-49D1-A045-C2F5A445E672}" presName="compNode" presStyleCnt="0"/>
      <dgm:spPr/>
    </dgm:pt>
    <dgm:pt modelId="{86B7C5B7-2765-4D17-96E5-58273BA77564}" type="pres">
      <dgm:prSet presAssocID="{9EF326ED-864F-49D1-A045-C2F5A445E672}"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ain"/>
        </a:ext>
      </dgm:extLst>
    </dgm:pt>
    <dgm:pt modelId="{D749B256-18E6-4152-8FC7-4072449DAD0B}" type="pres">
      <dgm:prSet presAssocID="{9EF326ED-864F-49D1-A045-C2F5A445E672}" presName="iconSpace" presStyleCnt="0"/>
      <dgm:spPr/>
    </dgm:pt>
    <dgm:pt modelId="{315DF3E9-D901-440D-B6A2-F426DF371014}" type="pres">
      <dgm:prSet presAssocID="{9EF326ED-864F-49D1-A045-C2F5A445E672}" presName="parTx" presStyleLbl="revTx" presStyleIdx="4" presStyleCnt="6">
        <dgm:presLayoutVars>
          <dgm:chMax val="0"/>
          <dgm:chPref val="0"/>
        </dgm:presLayoutVars>
      </dgm:prSet>
      <dgm:spPr/>
    </dgm:pt>
    <dgm:pt modelId="{EA203E03-EB92-4B64-9F36-9602E8C34153}" type="pres">
      <dgm:prSet presAssocID="{9EF326ED-864F-49D1-A045-C2F5A445E672}" presName="txSpace" presStyleCnt="0"/>
      <dgm:spPr/>
    </dgm:pt>
    <dgm:pt modelId="{DDB12EF9-0A2D-4BF7-A0E5-AD4561F03A93}" type="pres">
      <dgm:prSet presAssocID="{9EF326ED-864F-49D1-A045-C2F5A445E672}" presName="desTx" presStyleLbl="revTx" presStyleIdx="5" presStyleCnt="6">
        <dgm:presLayoutVars/>
      </dgm:prSet>
      <dgm:spPr/>
    </dgm:pt>
  </dgm:ptLst>
  <dgm:cxnLst>
    <dgm:cxn modelId="{8B27FA02-7FF7-45CB-86B6-9EEDCA6C3237}" type="presOf" srcId="{F90DCB6F-085A-4A27-A3E1-6D74D1A80835}" destId="{0969DBA7-85FD-4F04-ADA1-62D4DC201E13}" srcOrd="0" destOrd="0" presId="urn:microsoft.com/office/officeart/2018/2/layout/IconLabelDescriptionList"/>
    <dgm:cxn modelId="{2F95F40B-F9B6-4229-BF29-F90BDDAD394B}" type="presOf" srcId="{275DD6A8-0DF3-4AFD-B52B-B7819E608EA9}" destId="{E5A653FD-A9F9-4184-982A-E10EAE151E01}" srcOrd="0" destOrd="0" presId="urn:microsoft.com/office/officeart/2018/2/layout/IconLabelDescriptionList"/>
    <dgm:cxn modelId="{A4B3DF1C-F29B-4C29-A11E-F7EE540D0DE1}" type="presOf" srcId="{3F4A91D3-AF60-4ACA-BE67-10D037E16FEA}" destId="{0ADE1CED-8E28-4790-8C4B-B61625A62532}" srcOrd="0" destOrd="0" presId="urn:microsoft.com/office/officeart/2018/2/layout/IconLabelDescriptionList"/>
    <dgm:cxn modelId="{81B22822-6AD2-4FE8-A932-3B7852F83D0D}" srcId="{9EF326ED-864F-49D1-A045-C2F5A445E672}" destId="{01D6DCE8-68DB-4558-8EAF-FEFA47D3B75A}" srcOrd="0" destOrd="0" parTransId="{A9ED914B-8191-497E-B42A-DF98A5CC8CF5}" sibTransId="{6D3BE594-8C78-4AFB-A15F-558694414AFD}"/>
    <dgm:cxn modelId="{D7A9B741-71A5-4DAF-9885-0D3E6EAB7E82}" srcId="{11C65AFA-5E81-45F9-BBE4-3503A41E8C4B}" destId="{275DD6A8-0DF3-4AFD-B52B-B7819E608EA9}" srcOrd="0" destOrd="0" parTransId="{86363E95-6477-4227-BE57-46247411442D}" sibTransId="{CB4FF417-6991-4445-B600-F3CAC50E79BC}"/>
    <dgm:cxn modelId="{CF2DFA4F-47B5-4907-917B-423572CAF8C5}" srcId="{F90DCB6F-085A-4A27-A3E1-6D74D1A80835}" destId="{9EF326ED-864F-49D1-A045-C2F5A445E672}" srcOrd="2" destOrd="0" parTransId="{2214A4B6-41F6-4BAB-88D2-3D5F53AA027D}" sibTransId="{1E705495-C2F3-4476-9B7D-015A0552C77D}"/>
    <dgm:cxn modelId="{808AF452-4F5A-4FFF-89DC-B1DA929ABF64}" type="presOf" srcId="{9EF326ED-864F-49D1-A045-C2F5A445E672}" destId="{315DF3E9-D901-440D-B6A2-F426DF371014}" srcOrd="0" destOrd="0" presId="urn:microsoft.com/office/officeart/2018/2/layout/IconLabelDescriptionList"/>
    <dgm:cxn modelId="{F219297C-8868-4FB5-9EF8-E6532482D06C}" srcId="{F90DCB6F-085A-4A27-A3E1-6D74D1A80835}" destId="{3F4A91D3-AF60-4ACA-BE67-10D037E16FEA}" srcOrd="0" destOrd="0" parTransId="{14D3DB42-0923-4CE0-97D4-487EA5AE7297}" sibTransId="{9BC60CB0-C315-4568-ACD1-158EB7F291F3}"/>
    <dgm:cxn modelId="{D8D20388-5A9C-4B31-93DA-EE1C7C1767E4}" srcId="{F90DCB6F-085A-4A27-A3E1-6D74D1A80835}" destId="{11C65AFA-5E81-45F9-BBE4-3503A41E8C4B}" srcOrd="1" destOrd="0" parTransId="{35EDBFBF-A02F-4D97-9053-72933880324F}" sibTransId="{DC68E571-3FF8-4C3F-AF67-4A676D60881C}"/>
    <dgm:cxn modelId="{7071FDA2-E534-4C0F-845C-B636B46C6BB5}" type="presOf" srcId="{11C65AFA-5E81-45F9-BBE4-3503A41E8C4B}" destId="{F5AE2976-D952-428D-BD5C-F53F426B4970}" srcOrd="0" destOrd="0" presId="urn:microsoft.com/office/officeart/2018/2/layout/IconLabelDescriptionList"/>
    <dgm:cxn modelId="{CB55D0BB-9225-4E38-90BD-02A5ABC01DB7}" type="presOf" srcId="{01D6DCE8-68DB-4558-8EAF-FEFA47D3B75A}" destId="{DDB12EF9-0A2D-4BF7-A0E5-AD4561F03A93}" srcOrd="0" destOrd="0" presId="urn:microsoft.com/office/officeart/2018/2/layout/IconLabelDescriptionList"/>
    <dgm:cxn modelId="{F1395DE9-57F5-44D1-8120-2F5E7A0C4D9C}" srcId="{3F4A91D3-AF60-4ACA-BE67-10D037E16FEA}" destId="{2F6C452A-5E87-4091-B3B5-6029C93FA58A}" srcOrd="0" destOrd="0" parTransId="{56AD7B3E-1240-488A-9AC5-53C7EF6FF566}" sibTransId="{FBECBEF7-8BAB-4B5B-BFBC-8C26E2BC4CAA}"/>
    <dgm:cxn modelId="{003A28EA-2F14-4D8B-B30C-BE9915669673}" type="presOf" srcId="{2F6C452A-5E87-4091-B3B5-6029C93FA58A}" destId="{3F22362A-47D6-4270-A087-D4EF55316DF2}" srcOrd="0" destOrd="0" presId="urn:microsoft.com/office/officeart/2018/2/layout/IconLabelDescriptionList"/>
    <dgm:cxn modelId="{CFC02BFD-0A09-4204-AC7C-C969BBD726EC}" type="presParOf" srcId="{0969DBA7-85FD-4F04-ADA1-62D4DC201E13}" destId="{4F279F2D-F487-4AFB-83CF-A54E0B94F68D}" srcOrd="0" destOrd="0" presId="urn:microsoft.com/office/officeart/2018/2/layout/IconLabelDescriptionList"/>
    <dgm:cxn modelId="{E7F24D56-2CD7-445A-96D0-5E7E40D01B45}" type="presParOf" srcId="{4F279F2D-F487-4AFB-83CF-A54E0B94F68D}" destId="{771EA4D9-09E2-443B-A20E-CCF7C2BCAE90}" srcOrd="0" destOrd="0" presId="urn:microsoft.com/office/officeart/2018/2/layout/IconLabelDescriptionList"/>
    <dgm:cxn modelId="{0A0EECD2-3626-4A8E-98C5-11237147B969}" type="presParOf" srcId="{4F279F2D-F487-4AFB-83CF-A54E0B94F68D}" destId="{74267BD5-BC13-471E-B4DB-2812859097BB}" srcOrd="1" destOrd="0" presId="urn:microsoft.com/office/officeart/2018/2/layout/IconLabelDescriptionList"/>
    <dgm:cxn modelId="{3E566774-1AA8-4217-94E5-85AC9A7B2E54}" type="presParOf" srcId="{4F279F2D-F487-4AFB-83CF-A54E0B94F68D}" destId="{0ADE1CED-8E28-4790-8C4B-B61625A62532}" srcOrd="2" destOrd="0" presId="urn:microsoft.com/office/officeart/2018/2/layout/IconLabelDescriptionList"/>
    <dgm:cxn modelId="{505423CD-4A3D-4005-8DA0-D9E2D18088C5}" type="presParOf" srcId="{4F279F2D-F487-4AFB-83CF-A54E0B94F68D}" destId="{2E89D1A4-032A-4A5E-8011-DF5EE212C345}" srcOrd="3" destOrd="0" presId="urn:microsoft.com/office/officeart/2018/2/layout/IconLabelDescriptionList"/>
    <dgm:cxn modelId="{EFA08EC5-813B-46FF-89B9-75A054F04877}" type="presParOf" srcId="{4F279F2D-F487-4AFB-83CF-A54E0B94F68D}" destId="{3F22362A-47D6-4270-A087-D4EF55316DF2}" srcOrd="4" destOrd="0" presId="urn:microsoft.com/office/officeart/2018/2/layout/IconLabelDescriptionList"/>
    <dgm:cxn modelId="{39195441-F937-47BE-ABDA-133E13DA971D}" type="presParOf" srcId="{0969DBA7-85FD-4F04-ADA1-62D4DC201E13}" destId="{2D031EC8-99E9-480C-9492-181D4C7F4238}" srcOrd="1" destOrd="0" presId="urn:microsoft.com/office/officeart/2018/2/layout/IconLabelDescriptionList"/>
    <dgm:cxn modelId="{43C180AB-6DD2-4EA5-9196-FBF4350D97A0}" type="presParOf" srcId="{0969DBA7-85FD-4F04-ADA1-62D4DC201E13}" destId="{24A6C818-A060-434B-8264-13434FC114AB}" srcOrd="2" destOrd="0" presId="urn:microsoft.com/office/officeart/2018/2/layout/IconLabelDescriptionList"/>
    <dgm:cxn modelId="{981DF27D-AB59-4B7B-9106-02E3DE431CD1}" type="presParOf" srcId="{24A6C818-A060-434B-8264-13434FC114AB}" destId="{E47157DA-DE06-40B4-BE43-A65AC14DF4C4}" srcOrd="0" destOrd="0" presId="urn:microsoft.com/office/officeart/2018/2/layout/IconLabelDescriptionList"/>
    <dgm:cxn modelId="{AC113891-F469-4D11-9DA9-97281C90BB33}" type="presParOf" srcId="{24A6C818-A060-434B-8264-13434FC114AB}" destId="{936B2AB3-6F20-4EF0-A6E4-790A734094A8}" srcOrd="1" destOrd="0" presId="urn:microsoft.com/office/officeart/2018/2/layout/IconLabelDescriptionList"/>
    <dgm:cxn modelId="{C7C46E4C-ABC3-4B58-BD2B-1D9E2EF1A53F}" type="presParOf" srcId="{24A6C818-A060-434B-8264-13434FC114AB}" destId="{F5AE2976-D952-428D-BD5C-F53F426B4970}" srcOrd="2" destOrd="0" presId="urn:microsoft.com/office/officeart/2018/2/layout/IconLabelDescriptionList"/>
    <dgm:cxn modelId="{3A1EB6A8-2D04-4DE3-AEC2-D6CA6D464688}" type="presParOf" srcId="{24A6C818-A060-434B-8264-13434FC114AB}" destId="{BADC6E85-F268-4E13-9546-311968DFAEB2}" srcOrd="3" destOrd="0" presId="urn:microsoft.com/office/officeart/2018/2/layout/IconLabelDescriptionList"/>
    <dgm:cxn modelId="{A49487CE-9D95-4F85-BF9E-8BCA18E1E4D9}" type="presParOf" srcId="{24A6C818-A060-434B-8264-13434FC114AB}" destId="{E5A653FD-A9F9-4184-982A-E10EAE151E01}" srcOrd="4" destOrd="0" presId="urn:microsoft.com/office/officeart/2018/2/layout/IconLabelDescriptionList"/>
    <dgm:cxn modelId="{B1BAE71B-6B84-466C-A026-063F7926D872}" type="presParOf" srcId="{0969DBA7-85FD-4F04-ADA1-62D4DC201E13}" destId="{508FA010-CBEB-4723-973D-26547C14859E}" srcOrd="3" destOrd="0" presId="urn:microsoft.com/office/officeart/2018/2/layout/IconLabelDescriptionList"/>
    <dgm:cxn modelId="{84808EE1-E0C9-47BD-8B93-DB7F240F04A6}" type="presParOf" srcId="{0969DBA7-85FD-4F04-ADA1-62D4DC201E13}" destId="{1B21BD8B-2FBB-4923-A83D-9146F095F3F5}" srcOrd="4" destOrd="0" presId="urn:microsoft.com/office/officeart/2018/2/layout/IconLabelDescriptionList"/>
    <dgm:cxn modelId="{37B96B04-7BC9-41F0-81B9-AC309F2159EC}" type="presParOf" srcId="{1B21BD8B-2FBB-4923-A83D-9146F095F3F5}" destId="{86B7C5B7-2765-4D17-96E5-58273BA77564}" srcOrd="0" destOrd="0" presId="urn:microsoft.com/office/officeart/2018/2/layout/IconLabelDescriptionList"/>
    <dgm:cxn modelId="{988197C2-D304-4077-95AA-6E9C6D2DE715}" type="presParOf" srcId="{1B21BD8B-2FBB-4923-A83D-9146F095F3F5}" destId="{D749B256-18E6-4152-8FC7-4072449DAD0B}" srcOrd="1" destOrd="0" presId="urn:microsoft.com/office/officeart/2018/2/layout/IconLabelDescriptionList"/>
    <dgm:cxn modelId="{43CB937C-4370-4A3B-BBF6-0A9BC5A41027}" type="presParOf" srcId="{1B21BD8B-2FBB-4923-A83D-9146F095F3F5}" destId="{315DF3E9-D901-440D-B6A2-F426DF371014}" srcOrd="2" destOrd="0" presId="urn:microsoft.com/office/officeart/2018/2/layout/IconLabelDescriptionList"/>
    <dgm:cxn modelId="{4BCC2EDB-4E1A-4F94-8EEC-457583FCDC09}" type="presParOf" srcId="{1B21BD8B-2FBB-4923-A83D-9146F095F3F5}" destId="{EA203E03-EB92-4B64-9F36-9602E8C34153}" srcOrd="3" destOrd="0" presId="urn:microsoft.com/office/officeart/2018/2/layout/IconLabelDescriptionList"/>
    <dgm:cxn modelId="{C230F11F-DBC0-4686-AF2D-B6445D6ED17E}" type="presParOf" srcId="{1B21BD8B-2FBB-4923-A83D-9146F095F3F5}" destId="{DDB12EF9-0A2D-4BF7-A0E5-AD4561F03A93}"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4BDC03C-F29D-4536-AA4F-464C7FEA487F}" type="doc">
      <dgm:prSet loTypeId="urn:microsoft.com/office/officeart/2018/2/layout/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FBD71434-B0CD-4E40-B2B3-27AF651C4924}">
      <dgm:prSet/>
      <dgm:spPr/>
      <dgm:t>
        <a:bodyPr/>
        <a:lstStyle/>
        <a:p>
          <a:pPr>
            <a:lnSpc>
              <a:spcPct val="100000"/>
            </a:lnSpc>
            <a:defRPr b="1"/>
          </a:pPr>
          <a:r>
            <a:rPr lang="en-US"/>
            <a:t>Summary Statistics by risk</a:t>
          </a:r>
        </a:p>
      </dgm:t>
    </dgm:pt>
    <dgm:pt modelId="{85B4B018-E2DD-4AE5-B161-423477603973}" type="parTrans" cxnId="{80302FF4-8D1F-400E-9F03-5AC1ED3CC0CB}">
      <dgm:prSet/>
      <dgm:spPr/>
      <dgm:t>
        <a:bodyPr/>
        <a:lstStyle/>
        <a:p>
          <a:endParaRPr lang="en-US"/>
        </a:p>
      </dgm:t>
    </dgm:pt>
    <dgm:pt modelId="{3906EA21-24C2-49CF-819A-3C518C728A88}" type="sibTrans" cxnId="{80302FF4-8D1F-400E-9F03-5AC1ED3CC0CB}">
      <dgm:prSet/>
      <dgm:spPr/>
      <dgm:t>
        <a:bodyPr/>
        <a:lstStyle/>
        <a:p>
          <a:endParaRPr lang="en-US"/>
        </a:p>
      </dgm:t>
    </dgm:pt>
    <dgm:pt modelId="{9E1B939F-7778-4911-A015-D38507087FAE}">
      <dgm:prSet/>
      <dgm:spPr/>
      <dgm:t>
        <a:bodyPr/>
        <a:lstStyle/>
        <a:p>
          <a:pPr>
            <a:lnSpc>
              <a:spcPct val="100000"/>
            </a:lnSpc>
          </a:pPr>
          <a:r>
            <a:rPr lang="en-US"/>
            <a:t>Total property value in hazard zones</a:t>
          </a:r>
        </a:p>
      </dgm:t>
    </dgm:pt>
    <dgm:pt modelId="{ECF29EE5-9F63-4776-A2DD-F66958B5D968}" type="parTrans" cxnId="{C2892918-6B24-473E-87D5-9F67D85B9F31}">
      <dgm:prSet/>
      <dgm:spPr/>
      <dgm:t>
        <a:bodyPr/>
        <a:lstStyle/>
        <a:p>
          <a:endParaRPr lang="en-US"/>
        </a:p>
      </dgm:t>
    </dgm:pt>
    <dgm:pt modelId="{9F997FCC-8437-4414-8955-3A00D41B9B1C}" type="sibTrans" cxnId="{C2892918-6B24-473E-87D5-9F67D85B9F31}">
      <dgm:prSet/>
      <dgm:spPr/>
      <dgm:t>
        <a:bodyPr/>
        <a:lstStyle/>
        <a:p>
          <a:endParaRPr lang="en-US"/>
        </a:p>
      </dgm:t>
    </dgm:pt>
    <dgm:pt modelId="{DA998768-4768-4363-8041-8B2CC9AAD777}">
      <dgm:prSet/>
      <dgm:spPr/>
      <dgm:t>
        <a:bodyPr/>
        <a:lstStyle/>
        <a:p>
          <a:pPr>
            <a:lnSpc>
              <a:spcPct val="100000"/>
            </a:lnSpc>
          </a:pPr>
          <a:r>
            <a:rPr lang="en-US"/>
            <a:t>Total public (County) property identified in hazard zones</a:t>
          </a:r>
        </a:p>
      </dgm:t>
    </dgm:pt>
    <dgm:pt modelId="{025DFDB8-4A60-450F-A59A-BD0EF452A5E9}" type="parTrans" cxnId="{0DDB6917-0463-40A7-8802-E69C55517FB8}">
      <dgm:prSet/>
      <dgm:spPr/>
      <dgm:t>
        <a:bodyPr/>
        <a:lstStyle/>
        <a:p>
          <a:endParaRPr lang="en-US"/>
        </a:p>
      </dgm:t>
    </dgm:pt>
    <dgm:pt modelId="{ECEDF786-871E-4508-BB52-F5BE92542DFC}" type="sibTrans" cxnId="{0DDB6917-0463-40A7-8802-E69C55517FB8}">
      <dgm:prSet/>
      <dgm:spPr/>
      <dgm:t>
        <a:bodyPr/>
        <a:lstStyle/>
        <a:p>
          <a:endParaRPr lang="en-US"/>
        </a:p>
      </dgm:t>
    </dgm:pt>
    <dgm:pt modelId="{7EDD57E1-2871-4C46-A4DB-998E4D8B48A0}">
      <dgm:prSet/>
      <dgm:spPr/>
      <dgm:t>
        <a:bodyPr/>
        <a:lstStyle/>
        <a:p>
          <a:pPr>
            <a:lnSpc>
              <a:spcPct val="100000"/>
            </a:lnSpc>
            <a:defRPr b="1"/>
          </a:pPr>
          <a:r>
            <a:rPr lang="en-US"/>
            <a:t>Processing</a:t>
          </a:r>
        </a:p>
      </dgm:t>
    </dgm:pt>
    <dgm:pt modelId="{D32DE51D-9C68-4DB7-8DA0-6BE3E3CA8EE9}" type="parTrans" cxnId="{7DFA2817-8C5B-449B-A28F-C24B3709606C}">
      <dgm:prSet/>
      <dgm:spPr/>
      <dgm:t>
        <a:bodyPr/>
        <a:lstStyle/>
        <a:p>
          <a:endParaRPr lang="en-US"/>
        </a:p>
      </dgm:t>
    </dgm:pt>
    <dgm:pt modelId="{220C84A1-F5AE-4296-BD90-5B95B958C1EF}" type="sibTrans" cxnId="{7DFA2817-8C5B-449B-A28F-C24B3709606C}">
      <dgm:prSet/>
      <dgm:spPr/>
      <dgm:t>
        <a:bodyPr/>
        <a:lstStyle/>
        <a:p>
          <a:endParaRPr lang="en-US"/>
        </a:p>
      </dgm:t>
    </dgm:pt>
    <dgm:pt modelId="{2DDE4C20-0098-4656-B88A-C413312F178E}">
      <dgm:prSet/>
      <dgm:spPr/>
      <dgm:t>
        <a:bodyPr/>
        <a:lstStyle/>
        <a:p>
          <a:pPr>
            <a:lnSpc>
              <a:spcPct val="100000"/>
            </a:lnSpc>
          </a:pPr>
          <a:r>
            <a:rPr lang="en-US" dirty="0"/>
            <a:t>Projected imported data as-needed to ensure proper analysis</a:t>
          </a:r>
        </a:p>
      </dgm:t>
    </dgm:pt>
    <dgm:pt modelId="{E79F14F8-5086-40A8-BE78-90ECD6380BD4}" type="parTrans" cxnId="{7A0FAEDF-6ACF-46EF-9D8F-2273CF6600ED}">
      <dgm:prSet/>
      <dgm:spPr/>
      <dgm:t>
        <a:bodyPr/>
        <a:lstStyle/>
        <a:p>
          <a:endParaRPr lang="en-US"/>
        </a:p>
      </dgm:t>
    </dgm:pt>
    <dgm:pt modelId="{48F970E2-A8BE-4D0B-859F-EB92E7BDFDD1}" type="sibTrans" cxnId="{7A0FAEDF-6ACF-46EF-9D8F-2273CF6600ED}">
      <dgm:prSet/>
      <dgm:spPr/>
      <dgm:t>
        <a:bodyPr/>
        <a:lstStyle/>
        <a:p>
          <a:endParaRPr lang="en-US"/>
        </a:p>
      </dgm:t>
    </dgm:pt>
    <dgm:pt modelId="{0807C9D8-2425-4DBB-81EA-DB03AA91A0D7}">
      <dgm:prSet/>
      <dgm:spPr/>
      <dgm:t>
        <a:bodyPr/>
        <a:lstStyle/>
        <a:p>
          <a:pPr>
            <a:lnSpc>
              <a:spcPct val="100000"/>
            </a:lnSpc>
            <a:defRPr b="1"/>
          </a:pPr>
          <a:r>
            <a:rPr lang="en-US"/>
            <a:t>Spatial Intersect (Park Boundaries + Flood Zones)</a:t>
          </a:r>
        </a:p>
      </dgm:t>
    </dgm:pt>
    <dgm:pt modelId="{C4637AD1-1DDC-4F98-9922-A391BB33F7DB}" type="parTrans" cxnId="{08BA088D-E156-4427-9202-C6C9D479DAB9}">
      <dgm:prSet/>
      <dgm:spPr/>
      <dgm:t>
        <a:bodyPr/>
        <a:lstStyle/>
        <a:p>
          <a:endParaRPr lang="en-US"/>
        </a:p>
      </dgm:t>
    </dgm:pt>
    <dgm:pt modelId="{F0B203CE-522C-4AAF-8A38-A7859CD02D85}" type="sibTrans" cxnId="{08BA088D-E156-4427-9202-C6C9D479DAB9}">
      <dgm:prSet/>
      <dgm:spPr/>
      <dgm:t>
        <a:bodyPr/>
        <a:lstStyle/>
        <a:p>
          <a:endParaRPr lang="en-US"/>
        </a:p>
      </dgm:t>
    </dgm:pt>
    <dgm:pt modelId="{C9D975EB-E282-42E6-B8F2-19D95ED428EE}">
      <dgm:prSet/>
      <dgm:spPr/>
      <dgm:t>
        <a:bodyPr/>
        <a:lstStyle/>
        <a:p>
          <a:pPr>
            <a:lnSpc>
              <a:spcPct val="100000"/>
            </a:lnSpc>
          </a:pPr>
          <a:r>
            <a:rPr lang="en-US"/>
            <a:t>Unique symbology, filter out Zones “X” and “Open Water”</a:t>
          </a:r>
        </a:p>
      </dgm:t>
    </dgm:pt>
    <dgm:pt modelId="{B89964D9-BEC9-40C0-A1B6-782C55E8ACCB}" type="parTrans" cxnId="{580030AC-46DE-44B5-B584-9D6A8C6A8048}">
      <dgm:prSet/>
      <dgm:spPr/>
      <dgm:t>
        <a:bodyPr/>
        <a:lstStyle/>
        <a:p>
          <a:endParaRPr lang="en-US"/>
        </a:p>
      </dgm:t>
    </dgm:pt>
    <dgm:pt modelId="{5FFCF7EF-9998-4D7C-ABCA-DBF75000D511}" type="sibTrans" cxnId="{580030AC-46DE-44B5-B584-9D6A8C6A8048}">
      <dgm:prSet/>
      <dgm:spPr/>
      <dgm:t>
        <a:bodyPr/>
        <a:lstStyle/>
        <a:p>
          <a:endParaRPr lang="en-US"/>
        </a:p>
      </dgm:t>
    </dgm:pt>
    <dgm:pt modelId="{14A9E719-E785-4A55-AB45-1A5F26D3CA56}" type="pres">
      <dgm:prSet presAssocID="{64BDC03C-F29D-4536-AA4F-464C7FEA487F}" presName="root" presStyleCnt="0">
        <dgm:presLayoutVars>
          <dgm:dir/>
          <dgm:resizeHandles val="exact"/>
        </dgm:presLayoutVars>
      </dgm:prSet>
      <dgm:spPr/>
    </dgm:pt>
    <dgm:pt modelId="{0D6EC365-D29B-4C90-9CDB-AE2120A2FD54}" type="pres">
      <dgm:prSet presAssocID="{FBD71434-B0CD-4E40-B2B3-27AF651C4924}" presName="compNode" presStyleCnt="0"/>
      <dgm:spPr/>
    </dgm:pt>
    <dgm:pt modelId="{1E2C39A2-DB0B-4FA1-8FE5-21FB22C9C5E7}" type="pres">
      <dgm:prSet presAssocID="{FBD71434-B0CD-4E40-B2B3-27AF651C492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ity"/>
        </a:ext>
      </dgm:extLst>
    </dgm:pt>
    <dgm:pt modelId="{BDE6BCE5-CB61-4422-90D4-6CE141D3E2B3}" type="pres">
      <dgm:prSet presAssocID="{FBD71434-B0CD-4E40-B2B3-27AF651C4924}" presName="iconSpace" presStyleCnt="0"/>
      <dgm:spPr/>
    </dgm:pt>
    <dgm:pt modelId="{68BB1D57-E73B-4C95-85B5-3C01E296E38D}" type="pres">
      <dgm:prSet presAssocID="{FBD71434-B0CD-4E40-B2B3-27AF651C4924}" presName="parTx" presStyleLbl="revTx" presStyleIdx="0" presStyleCnt="6">
        <dgm:presLayoutVars>
          <dgm:chMax val="0"/>
          <dgm:chPref val="0"/>
        </dgm:presLayoutVars>
      </dgm:prSet>
      <dgm:spPr/>
    </dgm:pt>
    <dgm:pt modelId="{EF3E5436-A9DC-46FD-B023-420A3F7BAFE1}" type="pres">
      <dgm:prSet presAssocID="{FBD71434-B0CD-4E40-B2B3-27AF651C4924}" presName="txSpace" presStyleCnt="0"/>
      <dgm:spPr/>
    </dgm:pt>
    <dgm:pt modelId="{11E4DA28-9D9B-4A2E-84D3-AE660400A7C5}" type="pres">
      <dgm:prSet presAssocID="{FBD71434-B0CD-4E40-B2B3-27AF651C4924}" presName="desTx" presStyleLbl="revTx" presStyleIdx="1" presStyleCnt="6">
        <dgm:presLayoutVars/>
      </dgm:prSet>
      <dgm:spPr/>
    </dgm:pt>
    <dgm:pt modelId="{C9B56AC8-030A-4A7F-B31B-234C7DE05EAD}" type="pres">
      <dgm:prSet presAssocID="{3906EA21-24C2-49CF-819A-3C518C728A88}" presName="sibTrans" presStyleCnt="0"/>
      <dgm:spPr/>
    </dgm:pt>
    <dgm:pt modelId="{90AFAE76-5E3A-4974-B722-8DEB1B3906D1}" type="pres">
      <dgm:prSet presAssocID="{7EDD57E1-2871-4C46-A4DB-998E4D8B48A0}" presName="compNode" presStyleCnt="0"/>
      <dgm:spPr/>
    </dgm:pt>
    <dgm:pt modelId="{24A02527-18F9-44DA-B28E-4F176E994A3A}" type="pres">
      <dgm:prSet presAssocID="{7EDD57E1-2871-4C46-A4DB-998E4D8B48A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62AE1590-19A8-411E-B29E-5772C22E55B2}" type="pres">
      <dgm:prSet presAssocID="{7EDD57E1-2871-4C46-A4DB-998E4D8B48A0}" presName="iconSpace" presStyleCnt="0"/>
      <dgm:spPr/>
    </dgm:pt>
    <dgm:pt modelId="{E20FF5AE-FE6A-472C-B115-40A1A64410E7}" type="pres">
      <dgm:prSet presAssocID="{7EDD57E1-2871-4C46-A4DB-998E4D8B48A0}" presName="parTx" presStyleLbl="revTx" presStyleIdx="2" presStyleCnt="6">
        <dgm:presLayoutVars>
          <dgm:chMax val="0"/>
          <dgm:chPref val="0"/>
        </dgm:presLayoutVars>
      </dgm:prSet>
      <dgm:spPr/>
    </dgm:pt>
    <dgm:pt modelId="{766BE4D2-F9F3-4F22-8A90-EBD2C5317CC4}" type="pres">
      <dgm:prSet presAssocID="{7EDD57E1-2871-4C46-A4DB-998E4D8B48A0}" presName="txSpace" presStyleCnt="0"/>
      <dgm:spPr/>
    </dgm:pt>
    <dgm:pt modelId="{8C58FA3D-6058-42E2-918E-9309EF780447}" type="pres">
      <dgm:prSet presAssocID="{7EDD57E1-2871-4C46-A4DB-998E4D8B48A0}" presName="desTx" presStyleLbl="revTx" presStyleIdx="3" presStyleCnt="6">
        <dgm:presLayoutVars/>
      </dgm:prSet>
      <dgm:spPr/>
    </dgm:pt>
    <dgm:pt modelId="{762A2532-A25B-4681-A4BF-E3F9DF281FE8}" type="pres">
      <dgm:prSet presAssocID="{220C84A1-F5AE-4296-BD90-5B95B958C1EF}" presName="sibTrans" presStyleCnt="0"/>
      <dgm:spPr/>
    </dgm:pt>
    <dgm:pt modelId="{585884F9-B45D-4505-9AE1-9241F95D0767}" type="pres">
      <dgm:prSet presAssocID="{0807C9D8-2425-4DBB-81EA-DB03AA91A0D7}" presName="compNode" presStyleCnt="0"/>
      <dgm:spPr/>
    </dgm:pt>
    <dgm:pt modelId="{FE084A11-8465-4EBA-9D84-BBF1CA6E4FE7}" type="pres">
      <dgm:prSet presAssocID="{0807C9D8-2425-4DBB-81EA-DB03AA91A0D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ainy scene"/>
        </a:ext>
      </dgm:extLst>
    </dgm:pt>
    <dgm:pt modelId="{37F452FF-2443-4A09-8913-DED0FE305B3D}" type="pres">
      <dgm:prSet presAssocID="{0807C9D8-2425-4DBB-81EA-DB03AA91A0D7}" presName="iconSpace" presStyleCnt="0"/>
      <dgm:spPr/>
    </dgm:pt>
    <dgm:pt modelId="{00A3D35E-7669-41DA-A4F2-D383ECC11377}" type="pres">
      <dgm:prSet presAssocID="{0807C9D8-2425-4DBB-81EA-DB03AA91A0D7}" presName="parTx" presStyleLbl="revTx" presStyleIdx="4" presStyleCnt="6">
        <dgm:presLayoutVars>
          <dgm:chMax val="0"/>
          <dgm:chPref val="0"/>
        </dgm:presLayoutVars>
      </dgm:prSet>
      <dgm:spPr/>
    </dgm:pt>
    <dgm:pt modelId="{7BFBC316-6A86-4641-9010-CA61973E03B3}" type="pres">
      <dgm:prSet presAssocID="{0807C9D8-2425-4DBB-81EA-DB03AA91A0D7}" presName="txSpace" presStyleCnt="0"/>
      <dgm:spPr/>
    </dgm:pt>
    <dgm:pt modelId="{7CBA55BD-0E9E-4A51-9B36-842C6A0F0C58}" type="pres">
      <dgm:prSet presAssocID="{0807C9D8-2425-4DBB-81EA-DB03AA91A0D7}" presName="desTx" presStyleLbl="revTx" presStyleIdx="5" presStyleCnt="6">
        <dgm:presLayoutVars/>
      </dgm:prSet>
      <dgm:spPr/>
    </dgm:pt>
  </dgm:ptLst>
  <dgm:cxnLst>
    <dgm:cxn modelId="{7DFA2817-8C5B-449B-A28F-C24B3709606C}" srcId="{64BDC03C-F29D-4536-AA4F-464C7FEA487F}" destId="{7EDD57E1-2871-4C46-A4DB-998E4D8B48A0}" srcOrd="1" destOrd="0" parTransId="{D32DE51D-9C68-4DB7-8DA0-6BE3E3CA8EE9}" sibTransId="{220C84A1-F5AE-4296-BD90-5B95B958C1EF}"/>
    <dgm:cxn modelId="{0DDB6917-0463-40A7-8802-E69C55517FB8}" srcId="{FBD71434-B0CD-4E40-B2B3-27AF651C4924}" destId="{DA998768-4768-4363-8041-8B2CC9AAD777}" srcOrd="1" destOrd="0" parTransId="{025DFDB8-4A60-450F-A59A-BD0EF452A5E9}" sibTransId="{ECEDF786-871E-4508-BB52-F5BE92542DFC}"/>
    <dgm:cxn modelId="{C2892918-6B24-473E-87D5-9F67D85B9F31}" srcId="{FBD71434-B0CD-4E40-B2B3-27AF651C4924}" destId="{9E1B939F-7778-4911-A015-D38507087FAE}" srcOrd="0" destOrd="0" parTransId="{ECF29EE5-9F63-4776-A2DD-F66958B5D968}" sibTransId="{9F997FCC-8437-4414-8955-3A00D41B9B1C}"/>
    <dgm:cxn modelId="{D1F72B24-4142-4C93-98ED-CE119D88A678}" type="presOf" srcId="{2DDE4C20-0098-4656-B88A-C413312F178E}" destId="{8C58FA3D-6058-42E2-918E-9309EF780447}" srcOrd="0" destOrd="0" presId="urn:microsoft.com/office/officeart/2018/2/layout/IconLabelDescriptionList"/>
    <dgm:cxn modelId="{58D9B530-9DB5-4C56-915C-18ABFE3D7938}" type="presOf" srcId="{64BDC03C-F29D-4536-AA4F-464C7FEA487F}" destId="{14A9E719-E785-4A55-AB45-1A5F26D3CA56}" srcOrd="0" destOrd="0" presId="urn:microsoft.com/office/officeart/2018/2/layout/IconLabelDescriptionList"/>
    <dgm:cxn modelId="{D7412F5F-C9D7-4CFF-98E3-527679E628E1}" type="presOf" srcId="{0807C9D8-2425-4DBB-81EA-DB03AA91A0D7}" destId="{00A3D35E-7669-41DA-A4F2-D383ECC11377}" srcOrd="0" destOrd="0" presId="urn:microsoft.com/office/officeart/2018/2/layout/IconLabelDescriptionList"/>
    <dgm:cxn modelId="{F802006A-EE69-4872-A415-4CFE0982BFE4}" type="presOf" srcId="{FBD71434-B0CD-4E40-B2B3-27AF651C4924}" destId="{68BB1D57-E73B-4C95-85B5-3C01E296E38D}" srcOrd="0" destOrd="0" presId="urn:microsoft.com/office/officeart/2018/2/layout/IconLabelDescriptionList"/>
    <dgm:cxn modelId="{08BA088D-E156-4427-9202-C6C9D479DAB9}" srcId="{64BDC03C-F29D-4536-AA4F-464C7FEA487F}" destId="{0807C9D8-2425-4DBB-81EA-DB03AA91A0D7}" srcOrd="2" destOrd="0" parTransId="{C4637AD1-1DDC-4F98-9922-A391BB33F7DB}" sibTransId="{F0B203CE-522C-4AAF-8A38-A7859CD02D85}"/>
    <dgm:cxn modelId="{7F20E9A3-3937-44BF-AFA9-464838096EA6}" type="presOf" srcId="{7EDD57E1-2871-4C46-A4DB-998E4D8B48A0}" destId="{E20FF5AE-FE6A-472C-B115-40A1A64410E7}" srcOrd="0" destOrd="0" presId="urn:microsoft.com/office/officeart/2018/2/layout/IconLabelDescriptionList"/>
    <dgm:cxn modelId="{580030AC-46DE-44B5-B584-9D6A8C6A8048}" srcId="{0807C9D8-2425-4DBB-81EA-DB03AA91A0D7}" destId="{C9D975EB-E282-42E6-B8F2-19D95ED428EE}" srcOrd="0" destOrd="0" parTransId="{B89964D9-BEC9-40C0-A1B6-782C55E8ACCB}" sibTransId="{5FFCF7EF-9998-4D7C-ABCA-DBF75000D511}"/>
    <dgm:cxn modelId="{A983A1C0-591E-4185-B75E-21C221ED5115}" type="presOf" srcId="{C9D975EB-E282-42E6-B8F2-19D95ED428EE}" destId="{7CBA55BD-0E9E-4A51-9B36-842C6A0F0C58}" srcOrd="0" destOrd="0" presId="urn:microsoft.com/office/officeart/2018/2/layout/IconLabelDescriptionList"/>
    <dgm:cxn modelId="{549A09C4-8961-43A8-83B6-7D5F4B78BE5C}" type="presOf" srcId="{DA998768-4768-4363-8041-8B2CC9AAD777}" destId="{11E4DA28-9D9B-4A2E-84D3-AE660400A7C5}" srcOrd="0" destOrd="1" presId="urn:microsoft.com/office/officeart/2018/2/layout/IconLabelDescriptionList"/>
    <dgm:cxn modelId="{7A0FAEDF-6ACF-46EF-9D8F-2273CF6600ED}" srcId="{7EDD57E1-2871-4C46-A4DB-998E4D8B48A0}" destId="{2DDE4C20-0098-4656-B88A-C413312F178E}" srcOrd="0" destOrd="0" parTransId="{E79F14F8-5086-40A8-BE78-90ECD6380BD4}" sibTransId="{48F970E2-A8BE-4D0B-859F-EB92E7BDFDD1}"/>
    <dgm:cxn modelId="{80302FF4-8D1F-400E-9F03-5AC1ED3CC0CB}" srcId="{64BDC03C-F29D-4536-AA4F-464C7FEA487F}" destId="{FBD71434-B0CD-4E40-B2B3-27AF651C4924}" srcOrd="0" destOrd="0" parTransId="{85B4B018-E2DD-4AE5-B161-423477603973}" sibTransId="{3906EA21-24C2-49CF-819A-3C518C728A88}"/>
    <dgm:cxn modelId="{15CADFF5-9FAE-4FD0-9575-A3C76358D667}" type="presOf" srcId="{9E1B939F-7778-4911-A015-D38507087FAE}" destId="{11E4DA28-9D9B-4A2E-84D3-AE660400A7C5}" srcOrd="0" destOrd="0" presId="urn:microsoft.com/office/officeart/2018/2/layout/IconLabelDescriptionList"/>
    <dgm:cxn modelId="{DAEDE5AA-F1F7-4ECD-8D0C-C3C969B0DF60}" type="presParOf" srcId="{14A9E719-E785-4A55-AB45-1A5F26D3CA56}" destId="{0D6EC365-D29B-4C90-9CDB-AE2120A2FD54}" srcOrd="0" destOrd="0" presId="urn:microsoft.com/office/officeart/2018/2/layout/IconLabelDescriptionList"/>
    <dgm:cxn modelId="{7014CF4C-DACA-4C16-96C3-BC14610DFC91}" type="presParOf" srcId="{0D6EC365-D29B-4C90-9CDB-AE2120A2FD54}" destId="{1E2C39A2-DB0B-4FA1-8FE5-21FB22C9C5E7}" srcOrd="0" destOrd="0" presId="urn:microsoft.com/office/officeart/2018/2/layout/IconLabelDescriptionList"/>
    <dgm:cxn modelId="{821E44BE-4C65-4854-8BCA-9FC1BF4E3BCF}" type="presParOf" srcId="{0D6EC365-D29B-4C90-9CDB-AE2120A2FD54}" destId="{BDE6BCE5-CB61-4422-90D4-6CE141D3E2B3}" srcOrd="1" destOrd="0" presId="urn:microsoft.com/office/officeart/2018/2/layout/IconLabelDescriptionList"/>
    <dgm:cxn modelId="{997F7D10-CF86-488C-88A7-A99F8CB98269}" type="presParOf" srcId="{0D6EC365-D29B-4C90-9CDB-AE2120A2FD54}" destId="{68BB1D57-E73B-4C95-85B5-3C01E296E38D}" srcOrd="2" destOrd="0" presId="urn:microsoft.com/office/officeart/2018/2/layout/IconLabelDescriptionList"/>
    <dgm:cxn modelId="{3F621231-A7BE-49F9-AB49-A9BAA737C22C}" type="presParOf" srcId="{0D6EC365-D29B-4C90-9CDB-AE2120A2FD54}" destId="{EF3E5436-A9DC-46FD-B023-420A3F7BAFE1}" srcOrd="3" destOrd="0" presId="urn:microsoft.com/office/officeart/2018/2/layout/IconLabelDescriptionList"/>
    <dgm:cxn modelId="{18375B15-5102-4D26-9424-E5752E6FF098}" type="presParOf" srcId="{0D6EC365-D29B-4C90-9CDB-AE2120A2FD54}" destId="{11E4DA28-9D9B-4A2E-84D3-AE660400A7C5}" srcOrd="4" destOrd="0" presId="urn:microsoft.com/office/officeart/2018/2/layout/IconLabelDescriptionList"/>
    <dgm:cxn modelId="{51A6E7D2-E998-4A2A-8055-41BC3E8C3098}" type="presParOf" srcId="{14A9E719-E785-4A55-AB45-1A5F26D3CA56}" destId="{C9B56AC8-030A-4A7F-B31B-234C7DE05EAD}" srcOrd="1" destOrd="0" presId="urn:microsoft.com/office/officeart/2018/2/layout/IconLabelDescriptionList"/>
    <dgm:cxn modelId="{EAC78FF0-1EA1-408F-881A-CABECE758654}" type="presParOf" srcId="{14A9E719-E785-4A55-AB45-1A5F26D3CA56}" destId="{90AFAE76-5E3A-4974-B722-8DEB1B3906D1}" srcOrd="2" destOrd="0" presId="urn:microsoft.com/office/officeart/2018/2/layout/IconLabelDescriptionList"/>
    <dgm:cxn modelId="{327B55D3-1AF8-4F14-9BDF-BE266701C577}" type="presParOf" srcId="{90AFAE76-5E3A-4974-B722-8DEB1B3906D1}" destId="{24A02527-18F9-44DA-B28E-4F176E994A3A}" srcOrd="0" destOrd="0" presId="urn:microsoft.com/office/officeart/2018/2/layout/IconLabelDescriptionList"/>
    <dgm:cxn modelId="{8B90AB0B-D2E7-4D2C-9C87-03D3EC0179F6}" type="presParOf" srcId="{90AFAE76-5E3A-4974-B722-8DEB1B3906D1}" destId="{62AE1590-19A8-411E-B29E-5772C22E55B2}" srcOrd="1" destOrd="0" presId="urn:microsoft.com/office/officeart/2018/2/layout/IconLabelDescriptionList"/>
    <dgm:cxn modelId="{1E9552B1-CD06-485D-96E0-F43ED609222B}" type="presParOf" srcId="{90AFAE76-5E3A-4974-B722-8DEB1B3906D1}" destId="{E20FF5AE-FE6A-472C-B115-40A1A64410E7}" srcOrd="2" destOrd="0" presId="urn:microsoft.com/office/officeart/2018/2/layout/IconLabelDescriptionList"/>
    <dgm:cxn modelId="{BC40ABFD-4B5C-4B75-BBE6-5545ACD46963}" type="presParOf" srcId="{90AFAE76-5E3A-4974-B722-8DEB1B3906D1}" destId="{766BE4D2-F9F3-4F22-8A90-EBD2C5317CC4}" srcOrd="3" destOrd="0" presId="urn:microsoft.com/office/officeart/2018/2/layout/IconLabelDescriptionList"/>
    <dgm:cxn modelId="{2747BD8A-31CC-4192-8342-DA6C47C9919F}" type="presParOf" srcId="{90AFAE76-5E3A-4974-B722-8DEB1B3906D1}" destId="{8C58FA3D-6058-42E2-918E-9309EF780447}" srcOrd="4" destOrd="0" presId="urn:microsoft.com/office/officeart/2018/2/layout/IconLabelDescriptionList"/>
    <dgm:cxn modelId="{F296E22B-5E00-41DC-A1C0-7D1DF39FEFEC}" type="presParOf" srcId="{14A9E719-E785-4A55-AB45-1A5F26D3CA56}" destId="{762A2532-A25B-4681-A4BF-E3F9DF281FE8}" srcOrd="3" destOrd="0" presId="urn:microsoft.com/office/officeart/2018/2/layout/IconLabelDescriptionList"/>
    <dgm:cxn modelId="{1AD7D45A-8B59-44AE-920E-FB326A5D53B4}" type="presParOf" srcId="{14A9E719-E785-4A55-AB45-1A5F26D3CA56}" destId="{585884F9-B45D-4505-9AE1-9241F95D0767}" srcOrd="4" destOrd="0" presId="urn:microsoft.com/office/officeart/2018/2/layout/IconLabelDescriptionList"/>
    <dgm:cxn modelId="{0A3F6372-B55B-4553-A6DF-CC01884D9DD5}" type="presParOf" srcId="{585884F9-B45D-4505-9AE1-9241F95D0767}" destId="{FE084A11-8465-4EBA-9D84-BBF1CA6E4FE7}" srcOrd="0" destOrd="0" presId="urn:microsoft.com/office/officeart/2018/2/layout/IconLabelDescriptionList"/>
    <dgm:cxn modelId="{74A2B656-206A-4E9D-9379-E863AE71AD0C}" type="presParOf" srcId="{585884F9-B45D-4505-9AE1-9241F95D0767}" destId="{37F452FF-2443-4A09-8913-DED0FE305B3D}" srcOrd="1" destOrd="0" presId="urn:microsoft.com/office/officeart/2018/2/layout/IconLabelDescriptionList"/>
    <dgm:cxn modelId="{1C59C763-364D-4CC5-B6A1-69C53684747A}" type="presParOf" srcId="{585884F9-B45D-4505-9AE1-9241F95D0767}" destId="{00A3D35E-7669-41DA-A4F2-D383ECC11377}" srcOrd="2" destOrd="0" presId="urn:microsoft.com/office/officeart/2018/2/layout/IconLabelDescriptionList"/>
    <dgm:cxn modelId="{F3767902-24EA-416B-B5D8-27EE4D078A5E}" type="presParOf" srcId="{585884F9-B45D-4505-9AE1-9241F95D0767}" destId="{7BFBC316-6A86-4641-9010-CA61973E03B3}" srcOrd="3" destOrd="0" presId="urn:microsoft.com/office/officeart/2018/2/layout/IconLabelDescriptionList"/>
    <dgm:cxn modelId="{CE1D740E-0C48-446B-A152-8C101E297CC6}" type="presParOf" srcId="{585884F9-B45D-4505-9AE1-9241F95D0767}" destId="{7CBA55BD-0E9E-4A51-9B36-842C6A0F0C58}" srcOrd="4" destOrd="0" presId="urn:microsoft.com/office/officeart/2018/2/layout/IconLabelDescription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489311-5162-4584-A7DD-228D2E2E865E}">
      <dsp:nvSpPr>
        <dsp:cNvPr id="0" name=""/>
        <dsp:cNvSpPr/>
      </dsp:nvSpPr>
      <dsp:spPr>
        <a:xfrm>
          <a:off x="2742633" y="3263793"/>
          <a:ext cx="259099" cy="278532"/>
        </a:xfrm>
        <a:custGeom>
          <a:avLst/>
          <a:gdLst/>
          <a:ahLst/>
          <a:cxnLst/>
          <a:rect l="0" t="0" r="0" b="0"/>
          <a:pathLst>
            <a:path>
              <a:moveTo>
                <a:pt x="0" y="0"/>
              </a:moveTo>
              <a:lnTo>
                <a:pt x="129549" y="0"/>
              </a:lnTo>
              <a:lnTo>
                <a:pt x="129549" y="278532"/>
              </a:lnTo>
              <a:lnTo>
                <a:pt x="259099" y="278532"/>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A0147A3-C5AF-4507-B961-0AC37082DF49}">
      <dsp:nvSpPr>
        <dsp:cNvPr id="0" name=""/>
        <dsp:cNvSpPr/>
      </dsp:nvSpPr>
      <dsp:spPr>
        <a:xfrm>
          <a:off x="2742633" y="2985261"/>
          <a:ext cx="259099" cy="278532"/>
        </a:xfrm>
        <a:custGeom>
          <a:avLst/>
          <a:gdLst/>
          <a:ahLst/>
          <a:cxnLst/>
          <a:rect l="0" t="0" r="0" b="0"/>
          <a:pathLst>
            <a:path>
              <a:moveTo>
                <a:pt x="0" y="278532"/>
              </a:moveTo>
              <a:lnTo>
                <a:pt x="129549" y="278532"/>
              </a:lnTo>
              <a:lnTo>
                <a:pt x="129549" y="0"/>
              </a:lnTo>
              <a:lnTo>
                <a:pt x="259099" y="0"/>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17F54F-4E49-44FA-A53D-8DB6D9C1B4A9}">
      <dsp:nvSpPr>
        <dsp:cNvPr id="0" name=""/>
        <dsp:cNvSpPr/>
      </dsp:nvSpPr>
      <dsp:spPr>
        <a:xfrm>
          <a:off x="2742633" y="1592601"/>
          <a:ext cx="259099" cy="835596"/>
        </a:xfrm>
        <a:custGeom>
          <a:avLst/>
          <a:gdLst/>
          <a:ahLst/>
          <a:cxnLst/>
          <a:rect l="0" t="0" r="0" b="0"/>
          <a:pathLst>
            <a:path>
              <a:moveTo>
                <a:pt x="0" y="0"/>
              </a:moveTo>
              <a:lnTo>
                <a:pt x="129549" y="0"/>
              </a:lnTo>
              <a:lnTo>
                <a:pt x="129549" y="835596"/>
              </a:lnTo>
              <a:lnTo>
                <a:pt x="259099" y="835596"/>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B41B4FE-5D55-4636-9274-09C029909D8C}">
      <dsp:nvSpPr>
        <dsp:cNvPr id="0" name=""/>
        <dsp:cNvSpPr/>
      </dsp:nvSpPr>
      <dsp:spPr>
        <a:xfrm>
          <a:off x="2742633" y="1592601"/>
          <a:ext cx="259099" cy="278532"/>
        </a:xfrm>
        <a:custGeom>
          <a:avLst/>
          <a:gdLst/>
          <a:ahLst/>
          <a:cxnLst/>
          <a:rect l="0" t="0" r="0" b="0"/>
          <a:pathLst>
            <a:path>
              <a:moveTo>
                <a:pt x="0" y="0"/>
              </a:moveTo>
              <a:lnTo>
                <a:pt x="129549" y="0"/>
              </a:lnTo>
              <a:lnTo>
                <a:pt x="129549" y="278532"/>
              </a:lnTo>
              <a:lnTo>
                <a:pt x="259099" y="278532"/>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5CE11D-1A96-45B0-A4F5-9CFA747C2A2E}">
      <dsp:nvSpPr>
        <dsp:cNvPr id="0" name=""/>
        <dsp:cNvSpPr/>
      </dsp:nvSpPr>
      <dsp:spPr>
        <a:xfrm>
          <a:off x="2742633" y="1314069"/>
          <a:ext cx="259099" cy="278532"/>
        </a:xfrm>
        <a:custGeom>
          <a:avLst/>
          <a:gdLst/>
          <a:ahLst/>
          <a:cxnLst/>
          <a:rect l="0" t="0" r="0" b="0"/>
          <a:pathLst>
            <a:path>
              <a:moveTo>
                <a:pt x="0" y="278532"/>
              </a:moveTo>
              <a:lnTo>
                <a:pt x="129549" y="278532"/>
              </a:lnTo>
              <a:lnTo>
                <a:pt x="129549" y="0"/>
              </a:lnTo>
              <a:lnTo>
                <a:pt x="259099" y="0"/>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294605-BC3B-4B8C-AE71-2BE6659487B8}">
      <dsp:nvSpPr>
        <dsp:cNvPr id="0" name=""/>
        <dsp:cNvSpPr/>
      </dsp:nvSpPr>
      <dsp:spPr>
        <a:xfrm>
          <a:off x="2742633" y="757005"/>
          <a:ext cx="259099" cy="835596"/>
        </a:xfrm>
        <a:custGeom>
          <a:avLst/>
          <a:gdLst/>
          <a:ahLst/>
          <a:cxnLst/>
          <a:rect l="0" t="0" r="0" b="0"/>
          <a:pathLst>
            <a:path>
              <a:moveTo>
                <a:pt x="0" y="835596"/>
              </a:moveTo>
              <a:lnTo>
                <a:pt x="129549" y="835596"/>
              </a:lnTo>
              <a:lnTo>
                <a:pt x="129549" y="0"/>
              </a:lnTo>
              <a:lnTo>
                <a:pt x="259099" y="0"/>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047B80-9AE3-419C-8287-EDEF8A967802}">
      <dsp:nvSpPr>
        <dsp:cNvPr id="0" name=""/>
        <dsp:cNvSpPr/>
      </dsp:nvSpPr>
      <dsp:spPr>
        <a:xfrm>
          <a:off x="2742633" y="154221"/>
          <a:ext cx="259099" cy="91440"/>
        </a:xfrm>
        <a:custGeom>
          <a:avLst/>
          <a:gdLst/>
          <a:ahLst/>
          <a:cxnLst/>
          <a:rect l="0" t="0" r="0" b="0"/>
          <a:pathLst>
            <a:path>
              <a:moveTo>
                <a:pt x="0" y="45720"/>
              </a:moveTo>
              <a:lnTo>
                <a:pt x="259099" y="45720"/>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E0A84B-2F4E-450F-B87B-305C0E5D10C5}">
      <dsp:nvSpPr>
        <dsp:cNvPr id="0" name=""/>
        <dsp:cNvSpPr/>
      </dsp:nvSpPr>
      <dsp:spPr>
        <a:xfrm>
          <a:off x="1447135" y="2377"/>
          <a:ext cx="1295497" cy="395126"/>
        </a:xfrm>
        <a:prstGeom prst="rect">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FEMA Flood Map Service Center</a:t>
          </a:r>
        </a:p>
      </dsp:txBody>
      <dsp:txXfrm>
        <a:off x="1447135" y="2377"/>
        <a:ext cx="1295497" cy="395126"/>
      </dsp:txXfrm>
    </dsp:sp>
    <dsp:sp modelId="{7F19C46F-41FE-4A98-B03A-8DF8098D756A}">
      <dsp:nvSpPr>
        <dsp:cNvPr id="0" name=""/>
        <dsp:cNvSpPr/>
      </dsp:nvSpPr>
      <dsp:spPr>
        <a:xfrm>
          <a:off x="3001733" y="2377"/>
          <a:ext cx="1295497" cy="395126"/>
        </a:xfrm>
        <a:prstGeom prst="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Hazard Layer</a:t>
          </a:r>
        </a:p>
      </dsp:txBody>
      <dsp:txXfrm>
        <a:off x="3001733" y="2377"/>
        <a:ext cx="1295497" cy="395126"/>
      </dsp:txXfrm>
    </dsp:sp>
    <dsp:sp modelId="{F5EDCEF7-72DE-48CE-B96A-19883CE1214A}">
      <dsp:nvSpPr>
        <dsp:cNvPr id="0" name=""/>
        <dsp:cNvSpPr/>
      </dsp:nvSpPr>
      <dsp:spPr>
        <a:xfrm>
          <a:off x="1447135" y="1395038"/>
          <a:ext cx="1295497" cy="395126"/>
        </a:xfrm>
        <a:prstGeom prst="rect">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Pinellas County GIS (Open Data)</a:t>
          </a:r>
        </a:p>
      </dsp:txBody>
      <dsp:txXfrm>
        <a:off x="1447135" y="1395038"/>
        <a:ext cx="1295497" cy="395126"/>
      </dsp:txXfrm>
    </dsp:sp>
    <dsp:sp modelId="{6D673627-03C6-45B2-99DB-C8CC76D28E64}">
      <dsp:nvSpPr>
        <dsp:cNvPr id="0" name=""/>
        <dsp:cNvSpPr/>
      </dsp:nvSpPr>
      <dsp:spPr>
        <a:xfrm>
          <a:off x="3001733" y="559441"/>
          <a:ext cx="1295497" cy="395126"/>
        </a:xfrm>
        <a:prstGeom prst="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Parcels</a:t>
          </a:r>
        </a:p>
      </dsp:txBody>
      <dsp:txXfrm>
        <a:off x="3001733" y="559441"/>
        <a:ext cx="1295497" cy="395126"/>
      </dsp:txXfrm>
    </dsp:sp>
    <dsp:sp modelId="{DE89DF26-2488-4852-8332-0DB90CD341D9}">
      <dsp:nvSpPr>
        <dsp:cNvPr id="0" name=""/>
        <dsp:cNvSpPr/>
      </dsp:nvSpPr>
      <dsp:spPr>
        <a:xfrm>
          <a:off x="3001733" y="1116506"/>
          <a:ext cx="1295497" cy="395126"/>
        </a:xfrm>
        <a:prstGeom prst="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County Boundary</a:t>
          </a:r>
        </a:p>
      </dsp:txBody>
      <dsp:txXfrm>
        <a:off x="3001733" y="1116506"/>
        <a:ext cx="1295497" cy="395126"/>
      </dsp:txXfrm>
    </dsp:sp>
    <dsp:sp modelId="{91F360DA-85B8-42AE-AA67-58D03FB9C214}">
      <dsp:nvSpPr>
        <dsp:cNvPr id="0" name=""/>
        <dsp:cNvSpPr/>
      </dsp:nvSpPr>
      <dsp:spPr>
        <a:xfrm>
          <a:off x="3001733" y="1673570"/>
          <a:ext cx="1295497" cy="395126"/>
        </a:xfrm>
        <a:prstGeom prst="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Emergency Management Shelters</a:t>
          </a:r>
        </a:p>
      </dsp:txBody>
      <dsp:txXfrm>
        <a:off x="3001733" y="1673570"/>
        <a:ext cx="1295497" cy="395126"/>
      </dsp:txXfrm>
    </dsp:sp>
    <dsp:sp modelId="{79C2A18B-C6B9-4792-AF4E-EA3657954109}">
      <dsp:nvSpPr>
        <dsp:cNvPr id="0" name=""/>
        <dsp:cNvSpPr/>
      </dsp:nvSpPr>
      <dsp:spPr>
        <a:xfrm>
          <a:off x="3001733" y="2230634"/>
          <a:ext cx="1295497" cy="395126"/>
        </a:xfrm>
        <a:prstGeom prst="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Pre- and Post-storm Aerial Imagery</a:t>
          </a:r>
        </a:p>
      </dsp:txBody>
      <dsp:txXfrm>
        <a:off x="3001733" y="2230634"/>
        <a:ext cx="1295497" cy="395126"/>
      </dsp:txXfrm>
    </dsp:sp>
    <dsp:sp modelId="{8BC52E49-D737-44B3-8E07-734D8B7E83F9}">
      <dsp:nvSpPr>
        <dsp:cNvPr id="0" name=""/>
        <dsp:cNvSpPr/>
      </dsp:nvSpPr>
      <dsp:spPr>
        <a:xfrm>
          <a:off x="1447135" y="3066230"/>
          <a:ext cx="1295497" cy="395126"/>
        </a:xfrm>
        <a:prstGeom prst="rect">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Land Use Data</a:t>
          </a:r>
        </a:p>
      </dsp:txBody>
      <dsp:txXfrm>
        <a:off x="1447135" y="3066230"/>
        <a:ext cx="1295497" cy="395126"/>
      </dsp:txXfrm>
    </dsp:sp>
    <dsp:sp modelId="{37528287-3ADD-4756-A680-7FF82113A132}">
      <dsp:nvSpPr>
        <dsp:cNvPr id="0" name=""/>
        <dsp:cNvSpPr/>
      </dsp:nvSpPr>
      <dsp:spPr>
        <a:xfrm>
          <a:off x="3001733" y="2787698"/>
          <a:ext cx="1295497" cy="395126"/>
        </a:xfrm>
        <a:prstGeom prst="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Land Use Planning</a:t>
          </a:r>
        </a:p>
      </dsp:txBody>
      <dsp:txXfrm>
        <a:off x="3001733" y="2787698"/>
        <a:ext cx="1295497" cy="395126"/>
      </dsp:txXfrm>
    </dsp:sp>
    <dsp:sp modelId="{24EE57B5-7374-44A8-90A6-95EA4D4DE03B}">
      <dsp:nvSpPr>
        <dsp:cNvPr id="0" name=""/>
        <dsp:cNvSpPr/>
      </dsp:nvSpPr>
      <dsp:spPr>
        <a:xfrm>
          <a:off x="3001733" y="3344762"/>
          <a:ext cx="1295497" cy="395126"/>
        </a:xfrm>
        <a:prstGeom prst="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kern="1200"/>
            <a:t>Unincorporated Zoning</a:t>
          </a:r>
        </a:p>
      </dsp:txBody>
      <dsp:txXfrm>
        <a:off x="3001733" y="3344762"/>
        <a:ext cx="1295497" cy="3951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1EA4D9-09E2-443B-A20E-CCF7C2BCAE90}">
      <dsp:nvSpPr>
        <dsp:cNvPr id="0" name=""/>
        <dsp:cNvSpPr/>
      </dsp:nvSpPr>
      <dsp:spPr>
        <a:xfrm>
          <a:off x="3605" y="540905"/>
          <a:ext cx="762637" cy="7626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ADE1CED-8E28-4790-8C4B-B61625A62532}">
      <dsp:nvSpPr>
        <dsp:cNvPr id="0" name=""/>
        <dsp:cNvSpPr/>
      </dsp:nvSpPr>
      <dsp:spPr>
        <a:xfrm>
          <a:off x="3605" y="1390180"/>
          <a:ext cx="2178963" cy="439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Live service</a:t>
          </a:r>
        </a:p>
      </dsp:txBody>
      <dsp:txXfrm>
        <a:off x="3605" y="1390180"/>
        <a:ext cx="2178963" cy="439197"/>
      </dsp:txXfrm>
    </dsp:sp>
    <dsp:sp modelId="{3F22362A-47D6-4270-A087-D4EF55316DF2}">
      <dsp:nvSpPr>
        <dsp:cNvPr id="0" name=""/>
        <dsp:cNvSpPr/>
      </dsp:nvSpPr>
      <dsp:spPr>
        <a:xfrm>
          <a:off x="3605" y="1869674"/>
          <a:ext cx="2178963" cy="686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Utilize live services when local hosting/processing not necessary (i.e., aerial imagery for mini-maps)</a:t>
          </a:r>
        </a:p>
      </dsp:txBody>
      <dsp:txXfrm>
        <a:off x="3605" y="1869674"/>
        <a:ext cx="2178963" cy="686058"/>
      </dsp:txXfrm>
    </dsp:sp>
    <dsp:sp modelId="{E47157DA-DE06-40B4-BE43-A65AC14DF4C4}">
      <dsp:nvSpPr>
        <dsp:cNvPr id="0" name=""/>
        <dsp:cNvSpPr/>
      </dsp:nvSpPr>
      <dsp:spPr>
        <a:xfrm>
          <a:off x="2563888" y="540905"/>
          <a:ext cx="762637" cy="7626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5AE2976-D952-428D-BD5C-F53F426B4970}">
      <dsp:nvSpPr>
        <dsp:cNvPr id="0" name=""/>
        <dsp:cNvSpPr/>
      </dsp:nvSpPr>
      <dsp:spPr>
        <a:xfrm>
          <a:off x="2563888" y="1390180"/>
          <a:ext cx="2178963" cy="439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Spatial Intersect (Parcels + Flood Zones)</a:t>
          </a:r>
        </a:p>
      </dsp:txBody>
      <dsp:txXfrm>
        <a:off x="2563888" y="1390180"/>
        <a:ext cx="2178963" cy="439197"/>
      </dsp:txXfrm>
    </dsp:sp>
    <dsp:sp modelId="{E5A653FD-A9F9-4184-982A-E10EAE151E01}">
      <dsp:nvSpPr>
        <dsp:cNvPr id="0" name=""/>
        <dsp:cNvSpPr/>
      </dsp:nvSpPr>
      <dsp:spPr>
        <a:xfrm>
          <a:off x="2563888" y="1869674"/>
          <a:ext cx="2178963" cy="686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a:t>Unique symbology, filter out zones “X” and “Open Water”</a:t>
          </a:r>
        </a:p>
      </dsp:txBody>
      <dsp:txXfrm>
        <a:off x="2563888" y="1869674"/>
        <a:ext cx="2178963" cy="686058"/>
      </dsp:txXfrm>
    </dsp:sp>
    <dsp:sp modelId="{86B7C5B7-2765-4D17-96E5-58273BA77564}">
      <dsp:nvSpPr>
        <dsp:cNvPr id="0" name=""/>
        <dsp:cNvSpPr/>
      </dsp:nvSpPr>
      <dsp:spPr>
        <a:xfrm>
          <a:off x="5124170" y="540905"/>
          <a:ext cx="762637" cy="7626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15DF3E9-D901-440D-B6A2-F426DF371014}">
      <dsp:nvSpPr>
        <dsp:cNvPr id="0" name=""/>
        <dsp:cNvSpPr/>
      </dsp:nvSpPr>
      <dsp:spPr>
        <a:xfrm>
          <a:off x="5124170" y="1390180"/>
          <a:ext cx="2178963" cy="439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Added field(s)</a:t>
          </a:r>
        </a:p>
      </dsp:txBody>
      <dsp:txXfrm>
        <a:off x="5124170" y="1390180"/>
        <a:ext cx="2178963" cy="439197"/>
      </dsp:txXfrm>
    </dsp:sp>
    <dsp:sp modelId="{DDB12EF9-0A2D-4BF7-A0E5-AD4561F03A93}">
      <dsp:nvSpPr>
        <dsp:cNvPr id="0" name=""/>
        <dsp:cNvSpPr/>
      </dsp:nvSpPr>
      <dsp:spPr>
        <a:xfrm>
          <a:off x="5124170" y="1869674"/>
          <a:ext cx="2178963" cy="6860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Added a "Risk_Level" field to symbolize data within the flood zones by “High” or “Moderate” (easy visualization)</a:t>
          </a:r>
        </a:p>
      </dsp:txBody>
      <dsp:txXfrm>
        <a:off x="5124170" y="1869674"/>
        <a:ext cx="2178963" cy="6860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2C39A2-DB0B-4FA1-8FE5-21FB22C9C5E7}">
      <dsp:nvSpPr>
        <dsp:cNvPr id="0" name=""/>
        <dsp:cNvSpPr/>
      </dsp:nvSpPr>
      <dsp:spPr>
        <a:xfrm>
          <a:off x="3605" y="594768"/>
          <a:ext cx="762637" cy="7626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8BB1D57-E73B-4C95-85B5-3C01E296E38D}">
      <dsp:nvSpPr>
        <dsp:cNvPr id="0" name=""/>
        <dsp:cNvSpPr/>
      </dsp:nvSpPr>
      <dsp:spPr>
        <a:xfrm>
          <a:off x="3605" y="1439411"/>
          <a:ext cx="2178963" cy="439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Summary Statistics by risk</a:t>
          </a:r>
        </a:p>
      </dsp:txBody>
      <dsp:txXfrm>
        <a:off x="3605" y="1439411"/>
        <a:ext cx="2178963" cy="439197"/>
      </dsp:txXfrm>
    </dsp:sp>
    <dsp:sp modelId="{11E4DA28-9D9B-4A2E-84D3-AE660400A7C5}">
      <dsp:nvSpPr>
        <dsp:cNvPr id="0" name=""/>
        <dsp:cNvSpPr/>
      </dsp:nvSpPr>
      <dsp:spPr>
        <a:xfrm>
          <a:off x="3605" y="1916750"/>
          <a:ext cx="2178963" cy="585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Total property value in hazard zones</a:t>
          </a:r>
        </a:p>
        <a:p>
          <a:pPr marL="0" lvl="0" indent="0" algn="l" defTabSz="488950">
            <a:lnSpc>
              <a:spcPct val="100000"/>
            </a:lnSpc>
            <a:spcBef>
              <a:spcPct val="0"/>
            </a:spcBef>
            <a:spcAft>
              <a:spcPct val="35000"/>
            </a:spcAft>
            <a:buNone/>
          </a:pPr>
          <a:r>
            <a:rPr lang="en-US" sz="1100" kern="1200"/>
            <a:t>Total public (County) property identified in hazard zones</a:t>
          </a:r>
        </a:p>
      </dsp:txBody>
      <dsp:txXfrm>
        <a:off x="3605" y="1916750"/>
        <a:ext cx="2178963" cy="585118"/>
      </dsp:txXfrm>
    </dsp:sp>
    <dsp:sp modelId="{24A02527-18F9-44DA-B28E-4F176E994A3A}">
      <dsp:nvSpPr>
        <dsp:cNvPr id="0" name=""/>
        <dsp:cNvSpPr/>
      </dsp:nvSpPr>
      <dsp:spPr>
        <a:xfrm>
          <a:off x="2563888" y="594768"/>
          <a:ext cx="762637" cy="7626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20FF5AE-FE6A-472C-B115-40A1A64410E7}">
      <dsp:nvSpPr>
        <dsp:cNvPr id="0" name=""/>
        <dsp:cNvSpPr/>
      </dsp:nvSpPr>
      <dsp:spPr>
        <a:xfrm>
          <a:off x="2563888" y="1439411"/>
          <a:ext cx="2178963" cy="439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Processing</a:t>
          </a:r>
        </a:p>
      </dsp:txBody>
      <dsp:txXfrm>
        <a:off x="2563888" y="1439411"/>
        <a:ext cx="2178963" cy="439197"/>
      </dsp:txXfrm>
    </dsp:sp>
    <dsp:sp modelId="{8C58FA3D-6058-42E2-918E-9309EF780447}">
      <dsp:nvSpPr>
        <dsp:cNvPr id="0" name=""/>
        <dsp:cNvSpPr/>
      </dsp:nvSpPr>
      <dsp:spPr>
        <a:xfrm>
          <a:off x="2563888" y="1916750"/>
          <a:ext cx="2178963" cy="585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a:t>Projected imported data as-needed to ensure proper analysis</a:t>
          </a:r>
        </a:p>
      </dsp:txBody>
      <dsp:txXfrm>
        <a:off x="2563888" y="1916750"/>
        <a:ext cx="2178963" cy="585118"/>
      </dsp:txXfrm>
    </dsp:sp>
    <dsp:sp modelId="{FE084A11-8465-4EBA-9D84-BBF1CA6E4FE7}">
      <dsp:nvSpPr>
        <dsp:cNvPr id="0" name=""/>
        <dsp:cNvSpPr/>
      </dsp:nvSpPr>
      <dsp:spPr>
        <a:xfrm>
          <a:off x="5124170" y="594768"/>
          <a:ext cx="762637" cy="7626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0A3D35E-7669-41DA-A4F2-D383ECC11377}">
      <dsp:nvSpPr>
        <dsp:cNvPr id="0" name=""/>
        <dsp:cNvSpPr/>
      </dsp:nvSpPr>
      <dsp:spPr>
        <a:xfrm>
          <a:off x="5124170" y="1439411"/>
          <a:ext cx="2178963" cy="439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Spatial Intersect (Park Boundaries + Flood Zones)</a:t>
          </a:r>
        </a:p>
      </dsp:txBody>
      <dsp:txXfrm>
        <a:off x="5124170" y="1439411"/>
        <a:ext cx="2178963" cy="439197"/>
      </dsp:txXfrm>
    </dsp:sp>
    <dsp:sp modelId="{7CBA55BD-0E9E-4A51-9B36-842C6A0F0C58}">
      <dsp:nvSpPr>
        <dsp:cNvPr id="0" name=""/>
        <dsp:cNvSpPr/>
      </dsp:nvSpPr>
      <dsp:spPr>
        <a:xfrm>
          <a:off x="5124170" y="1916750"/>
          <a:ext cx="2178963" cy="5851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Unique symbology, filter out Zones “X” and “Open Water”</a:t>
          </a:r>
        </a:p>
      </dsp:txBody>
      <dsp:txXfrm>
        <a:off x="5124170" y="1916750"/>
        <a:ext cx="2178963" cy="585118"/>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692241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9261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7605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8522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6105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82755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426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338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18669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7788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04152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007276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6908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72726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07352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1434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318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txBody>
            <a:bodyPr/>
            <a:lstStyle/>
            <a:p>
              <a:endParaRPr lang="en-US"/>
            </a:p>
          </p:txBody>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txBody>
            <a:bodyPr/>
            <a:lstStyle/>
            <a:p>
              <a:endParaRPr lang="en-US"/>
            </a:p>
          </p:txBody>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txBody>
            <a:bodyPr/>
            <a:lstStyle/>
            <a:p>
              <a:endParaRPr lang="en-US"/>
            </a:p>
          </p:txBody>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txBody>
            <a:bodyPr/>
            <a:lstStyle/>
            <a:p>
              <a:endParaRPr lang="en-US"/>
            </a:p>
          </p:txBody>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txBody>
            <a:bodyPr/>
            <a:lstStyle/>
            <a:p>
              <a:endParaRPr lang="en-US"/>
            </a:p>
          </p:txBody>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5/4/2026</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8785813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9.jpg"/><Relationship Id="rId7" Type="http://schemas.openxmlformats.org/officeDocument/2006/relationships/diagramColors" Target="../diagrams/colors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99CAC3B1-4879-424D-8F15-206277196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4B8492CB-DFBA-4A82-9778-F21493DA36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894654" y="0"/>
            <a:ext cx="3761187" cy="6862763"/>
            <a:chOff x="2928938" y="-4763"/>
            <a:chExt cx="5014912" cy="6862763"/>
          </a:xfrm>
        </p:grpSpPr>
        <p:sp>
          <p:nvSpPr>
            <p:cNvPr id="43" name="Freeform 6">
              <a:extLst>
                <a:ext uri="{FF2B5EF4-FFF2-40B4-BE49-F238E27FC236}">
                  <a16:creationId xmlns:a16="http://schemas.microsoft.com/office/drawing/2014/main" id="{E34CC1C8-EBDD-4AEA-83E6-B27575B62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44" name="Freeform 7">
              <a:extLst>
                <a:ext uri="{FF2B5EF4-FFF2-40B4-BE49-F238E27FC236}">
                  <a16:creationId xmlns:a16="http://schemas.microsoft.com/office/drawing/2014/main" id="{D6B38644-B85D-4211-9526-5B4C2A662B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45" name="Freeform 12">
              <a:extLst>
                <a:ext uri="{FF2B5EF4-FFF2-40B4-BE49-F238E27FC236}">
                  <a16:creationId xmlns:a16="http://schemas.microsoft.com/office/drawing/2014/main" id="{8A8B2820-6B8F-4C19-BFC5-D28EE44E5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46" name="Freeform 13">
              <a:extLst>
                <a:ext uri="{FF2B5EF4-FFF2-40B4-BE49-F238E27FC236}">
                  <a16:creationId xmlns:a16="http://schemas.microsoft.com/office/drawing/2014/main" id="{773528ED-4D37-4A77-A8CA-86B6221C5E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47" name="Freeform 14">
              <a:extLst>
                <a:ext uri="{FF2B5EF4-FFF2-40B4-BE49-F238E27FC236}">
                  <a16:creationId xmlns:a16="http://schemas.microsoft.com/office/drawing/2014/main" id="{8A58A902-E944-4399-9A93-A91A6A82B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48" name="Freeform 15">
              <a:extLst>
                <a:ext uri="{FF2B5EF4-FFF2-40B4-BE49-F238E27FC236}">
                  <a16:creationId xmlns:a16="http://schemas.microsoft.com/office/drawing/2014/main" id="{4EDB1155-2E8E-4FB8-AD42-101FE4383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p:cNvSpPr>
            <a:spLocks noGrp="1"/>
          </p:cNvSpPr>
          <p:nvPr>
            <p:ph type="title"/>
          </p:nvPr>
        </p:nvSpPr>
        <p:spPr>
          <a:xfrm>
            <a:off x="763643" y="685800"/>
            <a:ext cx="5558869" cy="1752599"/>
          </a:xfrm>
        </p:spPr>
        <p:txBody>
          <a:bodyPr>
            <a:normAutofit/>
          </a:bodyPr>
          <a:lstStyle/>
          <a:p>
            <a:pPr algn="l"/>
            <a:r>
              <a:rPr lang="en-US"/>
              <a:t>Spring 2026</a:t>
            </a:r>
            <a:br>
              <a:rPr lang="en-US"/>
            </a:br>
            <a:r>
              <a:rPr lang="en-US"/>
              <a:t>Capstone Presentation</a:t>
            </a:r>
          </a:p>
        </p:txBody>
      </p:sp>
      <p:sp>
        <p:nvSpPr>
          <p:cNvPr id="3" name="Content Placeholder 2"/>
          <p:cNvSpPr>
            <a:spLocks noGrp="1"/>
          </p:cNvSpPr>
          <p:nvPr>
            <p:ph idx="1"/>
          </p:nvPr>
        </p:nvSpPr>
        <p:spPr>
          <a:xfrm>
            <a:off x="763642" y="2666999"/>
            <a:ext cx="5432702" cy="2719193"/>
          </a:xfrm>
        </p:spPr>
        <p:txBody>
          <a:bodyPr anchor="t">
            <a:normAutofit/>
          </a:bodyPr>
          <a:lstStyle/>
          <a:p>
            <a:pPr marL="0" indent="0">
              <a:buNone/>
            </a:pPr>
            <a:r>
              <a:rPr lang="en-US" sz="1600" b="1"/>
              <a:t>Using Flood Risk and Property Data to Assess Public Asset Vulnerability in Pinellas County, Florida</a:t>
            </a:r>
          </a:p>
          <a:p>
            <a:pPr marL="0" indent="0">
              <a:buNone/>
            </a:pPr>
            <a:r>
              <a:rPr lang="en-US" sz="1600"/>
              <a:t>Presenter: Donald D. Melone, Jr.</a:t>
            </a: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101" name="Rectangle 100">
            <a:extLst>
              <a:ext uri="{FF2B5EF4-FFF2-40B4-BE49-F238E27FC236}">
                <a16:creationId xmlns:a16="http://schemas.microsoft.com/office/drawing/2014/main" id="{C8643778-7F6C-4E8D-84D1-D5CDB99281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Freeform: Shape 102">
            <a:extLst>
              <a:ext uri="{FF2B5EF4-FFF2-40B4-BE49-F238E27FC236}">
                <a16:creationId xmlns:a16="http://schemas.microsoft.com/office/drawing/2014/main" id="{1D22F88D-6907-48AF-B024-346E855E0D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372084" y="685801"/>
            <a:ext cx="2057400" cy="5105400"/>
          </a:xfrm>
        </p:spPr>
        <p:txBody>
          <a:bodyPr>
            <a:normAutofit/>
          </a:bodyPr>
          <a:lstStyle/>
          <a:p>
            <a:pPr algn="l"/>
            <a:r>
              <a:rPr lang="en-US" sz="2800">
                <a:solidFill>
                  <a:srgbClr val="FFFFFF"/>
                </a:solidFill>
              </a:rPr>
              <a:t>Research Question</a:t>
            </a:r>
          </a:p>
        </p:txBody>
      </p:sp>
      <p:grpSp>
        <p:nvGrpSpPr>
          <p:cNvPr id="105" name="Group 104">
            <a:extLst>
              <a:ext uri="{FF2B5EF4-FFF2-40B4-BE49-F238E27FC236}">
                <a16:creationId xmlns:a16="http://schemas.microsoft.com/office/drawing/2014/main" id="{F3842748-48B5-4DD0-A06A-A31C74024A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106" name="Freeform 6">
              <a:extLst>
                <a:ext uri="{FF2B5EF4-FFF2-40B4-BE49-F238E27FC236}">
                  <a16:creationId xmlns:a16="http://schemas.microsoft.com/office/drawing/2014/main" id="{548E99BE-1071-4690-9B9C-07926CEE5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07" name="Freeform 7">
              <a:extLst>
                <a:ext uri="{FF2B5EF4-FFF2-40B4-BE49-F238E27FC236}">
                  <a16:creationId xmlns:a16="http://schemas.microsoft.com/office/drawing/2014/main" id="{9301F039-B467-413A-B25C-770E51069D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8" name="Freeform 8">
              <a:extLst>
                <a:ext uri="{FF2B5EF4-FFF2-40B4-BE49-F238E27FC236}">
                  <a16:creationId xmlns:a16="http://schemas.microsoft.com/office/drawing/2014/main" id="{9F06AEC1-5558-49E8-8CAC-FEBD00DF0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09" name="Freeform 9">
              <a:extLst>
                <a:ext uri="{FF2B5EF4-FFF2-40B4-BE49-F238E27FC236}">
                  <a16:creationId xmlns:a16="http://schemas.microsoft.com/office/drawing/2014/main" id="{D10B76B9-BA68-471E-B58C-ED91198A9F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10" name="Freeform 10">
              <a:extLst>
                <a:ext uri="{FF2B5EF4-FFF2-40B4-BE49-F238E27FC236}">
                  <a16:creationId xmlns:a16="http://schemas.microsoft.com/office/drawing/2014/main" id="{FEB3913B-54A3-490E-BA4B-5D0330990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11" name="Freeform 11">
              <a:extLst>
                <a:ext uri="{FF2B5EF4-FFF2-40B4-BE49-F238E27FC236}">
                  <a16:creationId xmlns:a16="http://schemas.microsoft.com/office/drawing/2014/main" id="{F75DC961-08A4-46F8-8A80-2E1FB977E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3" name="Content Placeholder 2"/>
          <p:cNvSpPr>
            <a:spLocks noGrp="1"/>
          </p:cNvSpPr>
          <p:nvPr>
            <p:ph idx="1"/>
          </p:nvPr>
        </p:nvSpPr>
        <p:spPr>
          <a:xfrm>
            <a:off x="3837829" y="685801"/>
            <a:ext cx="4789439" cy="5105400"/>
          </a:xfrm>
        </p:spPr>
        <p:txBody>
          <a:bodyPr>
            <a:normAutofit/>
          </a:bodyPr>
          <a:lstStyle/>
          <a:p>
            <a:r>
              <a:rPr lang="en-US" sz="1700"/>
              <a:t>How can spatial analysis of flood risk data help identify vulnerable public assets in Pinellas County, Florida?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ighthouse in the sea">
            <a:extLst>
              <a:ext uri="{FF2B5EF4-FFF2-40B4-BE49-F238E27FC236}">
                <a16:creationId xmlns:a16="http://schemas.microsoft.com/office/drawing/2014/main" id="{76FB679A-B205-FE57-CADB-87E23E79295C}"/>
              </a:ext>
            </a:extLst>
          </p:cNvPr>
          <p:cNvPicPr>
            <a:picLocks noChangeAspect="1"/>
          </p:cNvPicPr>
          <p:nvPr/>
        </p:nvPicPr>
        <p:blipFill>
          <a:blip r:embed="rId3"/>
          <a:srcRect l="30578" r="30739" b="-1"/>
          <a:stretch>
            <a:fillRect/>
          </a:stretch>
        </p:blipFill>
        <p:spPr>
          <a:xfrm>
            <a:off x="5169693" y="10"/>
            <a:ext cx="397430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p:spPr>
      </p:pic>
      <p:grpSp>
        <p:nvGrpSpPr>
          <p:cNvPr id="46" name="Group 45">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74570" y="0"/>
            <a:ext cx="1827609" cy="6858001"/>
            <a:chOff x="1320800" y="0"/>
            <a:chExt cx="2436813" cy="6858001"/>
          </a:xfrm>
        </p:grpSpPr>
        <p:sp>
          <p:nvSpPr>
            <p:cNvPr id="47"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48"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49"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50"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51"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52"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title"/>
          </p:nvPr>
        </p:nvSpPr>
        <p:spPr>
          <a:xfrm>
            <a:off x="729060" y="685800"/>
            <a:ext cx="3945510" cy="1752599"/>
          </a:xfrm>
        </p:spPr>
        <p:txBody>
          <a:bodyPr>
            <a:normAutofit/>
          </a:bodyPr>
          <a:lstStyle/>
          <a:p>
            <a:pPr algn="l"/>
            <a:r>
              <a:rPr lang="en-US"/>
              <a:t>Why This Matters</a:t>
            </a:r>
          </a:p>
        </p:txBody>
      </p:sp>
      <p:sp>
        <p:nvSpPr>
          <p:cNvPr id="3" name="Content Placeholder 2"/>
          <p:cNvSpPr>
            <a:spLocks noGrp="1"/>
          </p:cNvSpPr>
          <p:nvPr>
            <p:ph idx="1"/>
          </p:nvPr>
        </p:nvSpPr>
        <p:spPr>
          <a:xfrm>
            <a:off x="482601" y="2666999"/>
            <a:ext cx="3945510" cy="3124201"/>
          </a:xfrm>
        </p:spPr>
        <p:txBody>
          <a:bodyPr>
            <a:normAutofit/>
          </a:bodyPr>
          <a:lstStyle/>
          <a:p>
            <a:pPr>
              <a:lnSpc>
                <a:spcPct val="90000"/>
              </a:lnSpc>
            </a:pPr>
            <a:r>
              <a:rPr lang="en-US" sz="1400" dirty="0"/>
              <a:t>I have lived in and currently work in the study area</a:t>
            </a:r>
          </a:p>
          <a:p>
            <a:pPr lvl="1">
              <a:lnSpc>
                <a:spcPct val="90000"/>
              </a:lnSpc>
            </a:pPr>
            <a:r>
              <a:rPr lang="en-US" sz="1400" dirty="0"/>
              <a:t>Highly urbanized coastal region</a:t>
            </a:r>
          </a:p>
          <a:p>
            <a:pPr lvl="1">
              <a:lnSpc>
                <a:spcPct val="90000"/>
              </a:lnSpc>
            </a:pPr>
            <a:r>
              <a:rPr lang="en-US" sz="1400" dirty="0"/>
              <a:t>High exposure to storm surge</a:t>
            </a:r>
          </a:p>
          <a:p>
            <a:pPr lvl="1">
              <a:lnSpc>
                <a:spcPct val="90000"/>
              </a:lnSpc>
            </a:pPr>
            <a:r>
              <a:rPr lang="en-US" sz="1400" dirty="0"/>
              <a:t>Coastal development pressure (reaching build-out)</a:t>
            </a:r>
          </a:p>
          <a:p>
            <a:pPr>
              <a:lnSpc>
                <a:spcPct val="90000"/>
              </a:lnSpc>
            </a:pPr>
            <a:r>
              <a:rPr lang="en-US" sz="1400" dirty="0"/>
              <a:t>Increasing hurricane risk</a:t>
            </a:r>
          </a:p>
          <a:p>
            <a:pPr>
              <a:lnSpc>
                <a:spcPct val="90000"/>
              </a:lnSpc>
            </a:pPr>
            <a:r>
              <a:rPr lang="en-US" sz="1400" dirty="0"/>
              <a:t>Financial exposure to flooding</a:t>
            </a:r>
          </a:p>
          <a:p>
            <a:pPr>
              <a:lnSpc>
                <a:spcPct val="90000"/>
              </a:lnSpc>
            </a:pPr>
            <a:r>
              <a:rPr lang="en-US" sz="1400" dirty="0"/>
              <a:t>Asset management and strategic initiatives – we need to know what we have and don’t have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C2954A08-0A7D-00B6-9801-012687DE5A96}"/>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6ADA8EC3-01C5-453C-91A6-D01B9E15BF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8" name="Freeform 6">
              <a:extLst>
                <a:ext uri="{FF2B5EF4-FFF2-40B4-BE49-F238E27FC236}">
                  <a16:creationId xmlns:a16="http://schemas.microsoft.com/office/drawing/2014/main" id="{9A1D7546-68ED-4F66-AA8D-D04BEAD39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9" name="Freeform 7">
              <a:extLst>
                <a:ext uri="{FF2B5EF4-FFF2-40B4-BE49-F238E27FC236}">
                  <a16:creationId xmlns:a16="http://schemas.microsoft.com/office/drawing/2014/main" id="{FCFE8A66-699D-4E05-B8FC-C31AE461D6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0" name="Freeform 8">
              <a:extLst>
                <a:ext uri="{FF2B5EF4-FFF2-40B4-BE49-F238E27FC236}">
                  <a16:creationId xmlns:a16="http://schemas.microsoft.com/office/drawing/2014/main" id="{A124234B-D5D1-45F9-9B32-264F699BCA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1" name="Freeform 9">
              <a:extLst>
                <a:ext uri="{FF2B5EF4-FFF2-40B4-BE49-F238E27FC236}">
                  <a16:creationId xmlns:a16="http://schemas.microsoft.com/office/drawing/2014/main" id="{7A0B0249-AEB7-44A1-BEC3-A0C07E9E31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2" name="Freeform 10">
              <a:extLst>
                <a:ext uri="{FF2B5EF4-FFF2-40B4-BE49-F238E27FC236}">
                  <a16:creationId xmlns:a16="http://schemas.microsoft.com/office/drawing/2014/main" id="{251D4BF9-284D-4B99-922C-BAB91FB2D9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63" name="Freeform 11">
              <a:extLst>
                <a:ext uri="{FF2B5EF4-FFF2-40B4-BE49-F238E27FC236}">
                  <a16:creationId xmlns:a16="http://schemas.microsoft.com/office/drawing/2014/main" id="{733E9BD1-CC4F-4B4B-A413-92D6B1F0B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pic>
        <p:nvPicPr>
          <p:cNvPr id="12" name="Picture 11">
            <a:extLst>
              <a:ext uri="{FF2B5EF4-FFF2-40B4-BE49-F238E27FC236}">
                <a16:creationId xmlns:a16="http://schemas.microsoft.com/office/drawing/2014/main" id="{0E779240-1ED6-B2A5-6285-47F3B8E350A5}"/>
              </a:ext>
            </a:extLst>
          </p:cNvPr>
          <p:cNvPicPr>
            <a:picLocks noChangeAspect="1"/>
          </p:cNvPicPr>
          <p:nvPr/>
        </p:nvPicPr>
        <p:blipFill>
          <a:blip r:embed="rId3"/>
          <a:srcRect b="2913"/>
          <a:stretch>
            <a:fillRect/>
          </a:stretch>
        </p:blipFill>
        <p:spPr>
          <a:xfrm>
            <a:off x="20" y="10"/>
            <a:ext cx="9143980" cy="6857990"/>
          </a:xfrm>
          <a:prstGeom prst="rect">
            <a:avLst/>
          </a:prstGeom>
        </p:spPr>
      </p:pic>
    </p:spTree>
    <p:extLst>
      <p:ext uri="{BB962C8B-B14F-4D97-AF65-F5344CB8AC3E}">
        <p14:creationId xmlns:p14="http://schemas.microsoft.com/office/powerpoint/2010/main" val="2248227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FA6B88D4-1F1A-FA08-7EF4-2B6A7CCA0551}"/>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A164F792-30B2-A6CB-535A-5A7CAD0AEB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8" name="Freeform 6">
              <a:extLst>
                <a:ext uri="{FF2B5EF4-FFF2-40B4-BE49-F238E27FC236}">
                  <a16:creationId xmlns:a16="http://schemas.microsoft.com/office/drawing/2014/main" id="{DCDD0BD9-30F7-EF8D-769F-BED6E7346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9" name="Freeform 7">
              <a:extLst>
                <a:ext uri="{FF2B5EF4-FFF2-40B4-BE49-F238E27FC236}">
                  <a16:creationId xmlns:a16="http://schemas.microsoft.com/office/drawing/2014/main" id="{CD458C7A-9F63-A359-A14A-FA795533F4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0" name="Freeform 8">
              <a:extLst>
                <a:ext uri="{FF2B5EF4-FFF2-40B4-BE49-F238E27FC236}">
                  <a16:creationId xmlns:a16="http://schemas.microsoft.com/office/drawing/2014/main" id="{BE610700-9221-BF0A-EA28-060F595100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1" name="Freeform 9">
              <a:extLst>
                <a:ext uri="{FF2B5EF4-FFF2-40B4-BE49-F238E27FC236}">
                  <a16:creationId xmlns:a16="http://schemas.microsoft.com/office/drawing/2014/main" id="{A93A52AF-9946-BCA1-0DC1-BD9C8CA2E2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2" name="Freeform 10">
              <a:extLst>
                <a:ext uri="{FF2B5EF4-FFF2-40B4-BE49-F238E27FC236}">
                  <a16:creationId xmlns:a16="http://schemas.microsoft.com/office/drawing/2014/main" id="{0599D51C-D847-2C4C-4A38-0912DCE064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63" name="Freeform 11">
              <a:extLst>
                <a:ext uri="{FF2B5EF4-FFF2-40B4-BE49-F238E27FC236}">
                  <a16:creationId xmlns:a16="http://schemas.microsoft.com/office/drawing/2014/main" id="{136FC598-DCF7-7D95-D627-C8BDD1E9C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pic>
        <p:nvPicPr>
          <p:cNvPr id="12" name="Picture 11">
            <a:extLst>
              <a:ext uri="{FF2B5EF4-FFF2-40B4-BE49-F238E27FC236}">
                <a16:creationId xmlns:a16="http://schemas.microsoft.com/office/drawing/2014/main" id="{F6274346-FDDC-5BF9-9140-A61A23DE4C13}"/>
              </a:ext>
            </a:extLst>
          </p:cNvPr>
          <p:cNvPicPr>
            <a:picLocks noChangeAspect="1"/>
          </p:cNvPicPr>
          <p:nvPr/>
        </p:nvPicPr>
        <p:blipFill>
          <a:blip r:embed="rId3"/>
          <a:srcRect t="1487" b="1487"/>
          <a:stretch/>
        </p:blipFill>
        <p:spPr>
          <a:xfrm>
            <a:off x="20" y="10"/>
            <a:ext cx="9143980" cy="6857990"/>
          </a:xfrm>
          <a:prstGeom prst="rect">
            <a:avLst/>
          </a:prstGeom>
        </p:spPr>
      </p:pic>
    </p:spTree>
    <p:extLst>
      <p:ext uri="{BB962C8B-B14F-4D97-AF65-F5344CB8AC3E}">
        <p14:creationId xmlns:p14="http://schemas.microsoft.com/office/powerpoint/2010/main" val="3355510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B6E728D1-096A-769B-C9B7-C8AD35D82401}"/>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AF590342-3A93-A7D5-32B9-76163462A9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8" name="Freeform 6">
              <a:extLst>
                <a:ext uri="{FF2B5EF4-FFF2-40B4-BE49-F238E27FC236}">
                  <a16:creationId xmlns:a16="http://schemas.microsoft.com/office/drawing/2014/main" id="{5884D014-EE8C-6CC4-32B5-643A9BF9E1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9" name="Freeform 7">
              <a:extLst>
                <a:ext uri="{FF2B5EF4-FFF2-40B4-BE49-F238E27FC236}">
                  <a16:creationId xmlns:a16="http://schemas.microsoft.com/office/drawing/2014/main" id="{2C5AF7AA-FA6D-4F5C-A704-B0BDDAF3B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0" name="Freeform 8">
              <a:extLst>
                <a:ext uri="{FF2B5EF4-FFF2-40B4-BE49-F238E27FC236}">
                  <a16:creationId xmlns:a16="http://schemas.microsoft.com/office/drawing/2014/main" id="{66D076D7-4AE0-4A36-C2E9-3C3084981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1" name="Freeform 9">
              <a:extLst>
                <a:ext uri="{FF2B5EF4-FFF2-40B4-BE49-F238E27FC236}">
                  <a16:creationId xmlns:a16="http://schemas.microsoft.com/office/drawing/2014/main" id="{85443882-0329-29D8-D96B-281F27CC78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2" name="Freeform 10">
              <a:extLst>
                <a:ext uri="{FF2B5EF4-FFF2-40B4-BE49-F238E27FC236}">
                  <a16:creationId xmlns:a16="http://schemas.microsoft.com/office/drawing/2014/main" id="{C56F29EC-2A73-83E6-D752-6C5305BB25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63" name="Freeform 11">
              <a:extLst>
                <a:ext uri="{FF2B5EF4-FFF2-40B4-BE49-F238E27FC236}">
                  <a16:creationId xmlns:a16="http://schemas.microsoft.com/office/drawing/2014/main" id="{D05151D3-4FF9-1DA6-1730-43B68C386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pic>
        <p:nvPicPr>
          <p:cNvPr id="12" name="Picture 11">
            <a:extLst>
              <a:ext uri="{FF2B5EF4-FFF2-40B4-BE49-F238E27FC236}">
                <a16:creationId xmlns:a16="http://schemas.microsoft.com/office/drawing/2014/main" id="{DF60A617-CE8A-ADC6-EEE6-57B445CA3253}"/>
              </a:ext>
            </a:extLst>
          </p:cNvPr>
          <p:cNvPicPr>
            <a:picLocks noChangeAspect="1"/>
          </p:cNvPicPr>
          <p:nvPr/>
        </p:nvPicPr>
        <p:blipFill>
          <a:blip r:embed="rId3"/>
          <a:srcRect t="1454" b="1454"/>
          <a:stretch/>
        </p:blipFill>
        <p:spPr>
          <a:xfrm>
            <a:off x="20" y="10"/>
            <a:ext cx="9143980" cy="6857990"/>
          </a:xfrm>
          <a:prstGeom prst="rect">
            <a:avLst/>
          </a:prstGeom>
        </p:spPr>
      </p:pic>
    </p:spTree>
    <p:extLst>
      <p:ext uri="{BB962C8B-B14F-4D97-AF65-F5344CB8AC3E}">
        <p14:creationId xmlns:p14="http://schemas.microsoft.com/office/powerpoint/2010/main" val="1518963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512C29F-0D16-F286-F029-C63227DD97AC}"/>
            </a:ext>
          </a:extLst>
        </p:cNvPr>
        <p:cNvGrpSpPr/>
        <p:nvPr/>
      </p:nvGrpSpPr>
      <p:grpSpPr>
        <a:xfrm>
          <a:off x="0" y="0"/>
          <a:ext cx="0" cy="0"/>
          <a:chOff x="0" y="0"/>
          <a:chExt cx="0" cy="0"/>
        </a:xfrm>
      </p:grpSpPr>
      <p:sp useBgFill="1">
        <p:nvSpPr>
          <p:cNvPr id="77" name="Rectangle 76">
            <a:extLst>
              <a:ext uri="{FF2B5EF4-FFF2-40B4-BE49-F238E27FC236}">
                <a16:creationId xmlns:a16="http://schemas.microsoft.com/office/drawing/2014/main" id="{2FCD9B94-D70B-4446-85E5-ACD390428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Trees and a river">
            <a:extLst>
              <a:ext uri="{FF2B5EF4-FFF2-40B4-BE49-F238E27FC236}">
                <a16:creationId xmlns:a16="http://schemas.microsoft.com/office/drawing/2014/main" id="{B8895850-9E0A-A0A6-724D-FFE61FD329B5}"/>
              </a:ext>
            </a:extLst>
          </p:cNvPr>
          <p:cNvPicPr>
            <a:picLocks noChangeAspect="1"/>
          </p:cNvPicPr>
          <p:nvPr/>
        </p:nvPicPr>
        <p:blipFill>
          <a:blip r:embed="rId2">
            <a:duotone>
              <a:schemeClr val="bg2">
                <a:shade val="45000"/>
                <a:satMod val="135000"/>
              </a:schemeClr>
              <a:prstClr val="white"/>
            </a:duotone>
            <a:alphaModFix amt="25000"/>
          </a:blip>
          <a:srcRect l="3931" r="7067" b="-1"/>
          <a:stretch>
            <a:fillRect/>
          </a:stretch>
        </p:blipFill>
        <p:spPr>
          <a:xfrm>
            <a:off x="20" y="10"/>
            <a:ext cx="9143980" cy="6857990"/>
          </a:xfrm>
          <a:prstGeom prst="rect">
            <a:avLst/>
          </a:prstGeom>
        </p:spPr>
      </p:pic>
      <p:sp>
        <p:nvSpPr>
          <p:cNvPr id="2" name="Title 1">
            <a:extLst>
              <a:ext uri="{FF2B5EF4-FFF2-40B4-BE49-F238E27FC236}">
                <a16:creationId xmlns:a16="http://schemas.microsoft.com/office/drawing/2014/main" id="{10027FAA-3BF8-C0AE-FD95-E0174F4B9B3F}"/>
              </a:ext>
            </a:extLst>
          </p:cNvPr>
          <p:cNvSpPr>
            <a:spLocks noGrp="1"/>
          </p:cNvSpPr>
          <p:nvPr>
            <p:ph type="title"/>
          </p:nvPr>
        </p:nvSpPr>
        <p:spPr>
          <a:xfrm>
            <a:off x="482600" y="639099"/>
            <a:ext cx="2735620" cy="4965833"/>
          </a:xfrm>
        </p:spPr>
        <p:txBody>
          <a:bodyPr>
            <a:normAutofit/>
          </a:bodyPr>
          <a:lstStyle/>
          <a:p>
            <a:pPr algn="r"/>
            <a:r>
              <a:rPr lang="en-US"/>
              <a:t>Overview</a:t>
            </a:r>
          </a:p>
        </p:txBody>
      </p:sp>
      <p:cxnSp>
        <p:nvCxnSpPr>
          <p:cNvPr id="79" name="Straight Connector 78">
            <a:extLst>
              <a:ext uri="{FF2B5EF4-FFF2-40B4-BE49-F238E27FC236}">
                <a16:creationId xmlns:a16="http://schemas.microsoft.com/office/drawing/2014/main" id="{3378FF8B-3743-48E1-88E3-F4CADB3DECE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406171"/>
            <a:ext cx="0" cy="3431689"/>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88BCD8E-3A03-BB65-A294-DD151E0CC594}"/>
              </a:ext>
            </a:extLst>
          </p:cNvPr>
          <p:cNvSpPr>
            <a:spLocks noGrp="1"/>
          </p:cNvSpPr>
          <p:nvPr>
            <p:ph idx="1"/>
          </p:nvPr>
        </p:nvSpPr>
        <p:spPr>
          <a:xfrm>
            <a:off x="3734953" y="639099"/>
            <a:ext cx="4943510" cy="4965833"/>
          </a:xfrm>
        </p:spPr>
        <p:txBody>
          <a:bodyPr>
            <a:normAutofit/>
          </a:bodyPr>
          <a:lstStyle/>
          <a:p>
            <a:r>
              <a:rPr lang="en-US"/>
              <a:t>This study uses spatial analysis of FEMA flood hazard data and local asset datasets to quantify the exposure of public infrastructure to flood risk in Pinellas County, Florida, highlighting implications for more informed asset management and investment decisions.</a:t>
            </a:r>
          </a:p>
        </p:txBody>
      </p:sp>
    </p:spTree>
    <p:extLst>
      <p:ext uri="{BB962C8B-B14F-4D97-AF65-F5344CB8AC3E}">
        <p14:creationId xmlns:p14="http://schemas.microsoft.com/office/powerpoint/2010/main" val="258972848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AD30037-67ED-4367-9BE0-45787510B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op view of cubes connected with black lines">
            <a:extLst>
              <a:ext uri="{FF2B5EF4-FFF2-40B4-BE49-F238E27FC236}">
                <a16:creationId xmlns:a16="http://schemas.microsoft.com/office/drawing/2014/main" id="{C71B25B2-DAAB-1309-4FDE-7E8F72B83408}"/>
              </a:ext>
            </a:extLst>
          </p:cNvPr>
          <p:cNvPicPr>
            <a:picLocks noChangeAspect="1"/>
          </p:cNvPicPr>
          <p:nvPr/>
        </p:nvPicPr>
        <p:blipFill>
          <a:blip r:embed="rId3"/>
          <a:srcRect l="33229" r="23307"/>
          <a:stretch>
            <a:fillRect/>
          </a:stretch>
        </p:blipFill>
        <p:spPr>
          <a:xfrm>
            <a:off x="5169693" y="10"/>
            <a:ext cx="3974307" cy="6857990"/>
          </a:xfrm>
          <a:custGeom>
            <a:avLst/>
            <a:gdLst/>
            <a:ahLst/>
            <a:cxnLst/>
            <a:rect l="l" t="t" r="r" b="b"/>
            <a:pathLst>
              <a:path w="5299077" h="6858000">
                <a:moveTo>
                  <a:pt x="836871" y="0"/>
                </a:moveTo>
                <a:lnTo>
                  <a:pt x="5299077" y="0"/>
                </a:lnTo>
                <a:lnTo>
                  <a:pt x="5299077" y="6858000"/>
                </a:lnTo>
                <a:lnTo>
                  <a:pt x="1911312" y="6858000"/>
                </a:lnTo>
                <a:lnTo>
                  <a:pt x="0" y="5333999"/>
                </a:lnTo>
                <a:close/>
              </a:path>
            </a:pathLst>
          </a:custGeom>
        </p:spPr>
      </p:pic>
      <p:grpSp>
        <p:nvGrpSpPr>
          <p:cNvPr id="11" name="Group 10">
            <a:extLst>
              <a:ext uri="{FF2B5EF4-FFF2-40B4-BE49-F238E27FC236}">
                <a16:creationId xmlns:a16="http://schemas.microsoft.com/office/drawing/2014/main" id="{50841A4E-5BC1-44B4-83CF-D524E8AEAD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74570" y="0"/>
            <a:ext cx="1827609" cy="6858001"/>
            <a:chOff x="1320800" y="0"/>
            <a:chExt cx="2436813" cy="6858001"/>
          </a:xfrm>
        </p:grpSpPr>
        <p:sp>
          <p:nvSpPr>
            <p:cNvPr id="16" name="Freeform 6">
              <a:extLst>
                <a:ext uri="{FF2B5EF4-FFF2-40B4-BE49-F238E27FC236}">
                  <a16:creationId xmlns:a16="http://schemas.microsoft.com/office/drawing/2014/main" id="{BF371BCC-8954-44E2-8C4F-29DC18872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22" name="Freeform 7">
              <a:extLst>
                <a:ext uri="{FF2B5EF4-FFF2-40B4-BE49-F238E27FC236}">
                  <a16:creationId xmlns:a16="http://schemas.microsoft.com/office/drawing/2014/main" id="{CD3505BE-B420-41C5-BE34-3E7652D37A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23" name="Freeform 8">
              <a:extLst>
                <a:ext uri="{FF2B5EF4-FFF2-40B4-BE49-F238E27FC236}">
                  <a16:creationId xmlns:a16="http://schemas.microsoft.com/office/drawing/2014/main" id="{4B68A05B-A78B-4D59-8CF9-1900731A2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24" name="Freeform 9">
              <a:extLst>
                <a:ext uri="{FF2B5EF4-FFF2-40B4-BE49-F238E27FC236}">
                  <a16:creationId xmlns:a16="http://schemas.microsoft.com/office/drawing/2014/main" id="{84D57A01-C112-4FF2-B5ED-0B762AAD9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20" name="Freeform 10">
              <a:extLst>
                <a:ext uri="{FF2B5EF4-FFF2-40B4-BE49-F238E27FC236}">
                  <a16:creationId xmlns:a16="http://schemas.microsoft.com/office/drawing/2014/main" id="{6CCCCDF1-5D4F-4CA1-8400-DFBB96BB01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21" name="Freeform 11">
              <a:extLst>
                <a:ext uri="{FF2B5EF4-FFF2-40B4-BE49-F238E27FC236}">
                  <a16:creationId xmlns:a16="http://schemas.microsoft.com/office/drawing/2014/main" id="{20A090B2-5344-43CD-BC70-A6D44F15E8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a:extLst>
              <a:ext uri="{FF2B5EF4-FFF2-40B4-BE49-F238E27FC236}">
                <a16:creationId xmlns:a16="http://schemas.microsoft.com/office/drawing/2014/main" id="{FC0273C1-C31C-A706-27C5-2538049FD80F}"/>
              </a:ext>
            </a:extLst>
          </p:cNvPr>
          <p:cNvSpPr>
            <a:spLocks noGrp="1"/>
          </p:cNvSpPr>
          <p:nvPr>
            <p:ph type="title"/>
          </p:nvPr>
        </p:nvSpPr>
        <p:spPr>
          <a:xfrm>
            <a:off x="729060" y="685800"/>
            <a:ext cx="3945510" cy="1752599"/>
          </a:xfrm>
        </p:spPr>
        <p:txBody>
          <a:bodyPr>
            <a:normAutofit/>
          </a:bodyPr>
          <a:lstStyle/>
          <a:p>
            <a:pPr algn="l"/>
            <a:r>
              <a:rPr lang="en-US" dirty="0"/>
              <a:t>Literature Review</a:t>
            </a:r>
          </a:p>
        </p:txBody>
      </p:sp>
      <p:sp>
        <p:nvSpPr>
          <p:cNvPr id="3" name="Content Placeholder 2">
            <a:extLst>
              <a:ext uri="{FF2B5EF4-FFF2-40B4-BE49-F238E27FC236}">
                <a16:creationId xmlns:a16="http://schemas.microsoft.com/office/drawing/2014/main" id="{D9536B2B-A3FB-2938-D3CD-E911E01737AE}"/>
              </a:ext>
            </a:extLst>
          </p:cNvPr>
          <p:cNvSpPr>
            <a:spLocks noGrp="1"/>
          </p:cNvSpPr>
          <p:nvPr>
            <p:ph idx="1"/>
          </p:nvPr>
        </p:nvSpPr>
        <p:spPr>
          <a:xfrm>
            <a:off x="482601" y="1901953"/>
            <a:ext cx="3945510" cy="4489704"/>
          </a:xfrm>
        </p:spPr>
        <p:txBody>
          <a:bodyPr>
            <a:normAutofit lnSpcReduction="10000"/>
          </a:bodyPr>
          <a:lstStyle/>
          <a:p>
            <a:pPr marL="0" indent="0" algn="ctr">
              <a:lnSpc>
                <a:spcPct val="90000"/>
              </a:lnSpc>
              <a:buNone/>
            </a:pPr>
            <a:r>
              <a:rPr lang="en-US" sz="1600" dirty="0"/>
              <a:t>Three main themes:</a:t>
            </a:r>
          </a:p>
          <a:p>
            <a:pPr marL="457200" lvl="1" indent="0">
              <a:lnSpc>
                <a:spcPct val="90000"/>
              </a:lnSpc>
              <a:buNone/>
            </a:pPr>
            <a:r>
              <a:rPr lang="en-US" sz="1400" dirty="0"/>
              <a:t>Data-driven</a:t>
            </a:r>
          </a:p>
          <a:p>
            <a:pPr lvl="1">
              <a:lnSpc>
                <a:spcPct val="90000"/>
              </a:lnSpc>
            </a:pPr>
            <a:r>
              <a:rPr lang="en-US" sz="1250" dirty="0"/>
              <a:t>Observable, quantifiable increase in disaster risk and exposure</a:t>
            </a:r>
          </a:p>
          <a:p>
            <a:pPr lvl="1">
              <a:lnSpc>
                <a:spcPct val="90000"/>
              </a:lnSpc>
            </a:pPr>
            <a:r>
              <a:rPr lang="en-US" sz="1250" dirty="0"/>
              <a:t>Disaster and formerly normal gray-sky events are increasing in frequency and cost</a:t>
            </a:r>
          </a:p>
          <a:p>
            <a:pPr lvl="1">
              <a:lnSpc>
                <a:spcPct val="90000"/>
              </a:lnSpc>
            </a:pPr>
            <a:r>
              <a:rPr lang="en-US" sz="1250" dirty="0"/>
              <a:t>Despite the previous two points, development continues in high-risk areas</a:t>
            </a:r>
          </a:p>
          <a:p>
            <a:pPr marL="457200" lvl="1" indent="0">
              <a:lnSpc>
                <a:spcPct val="90000"/>
              </a:lnSpc>
              <a:buNone/>
            </a:pPr>
            <a:r>
              <a:rPr lang="en-US" sz="1400" dirty="0"/>
              <a:t>Analysis-driven</a:t>
            </a:r>
          </a:p>
          <a:p>
            <a:pPr lvl="1">
              <a:lnSpc>
                <a:spcPct val="90000"/>
              </a:lnSpc>
            </a:pPr>
            <a:r>
              <a:rPr lang="en-US" sz="1250" dirty="0"/>
              <a:t>GIS, remote sensing, and spatial analysis tools are frequently utilized for risk assessment and identification of infrastructure vulnerabilities</a:t>
            </a:r>
          </a:p>
          <a:p>
            <a:pPr marL="457200" lvl="1" indent="0">
              <a:lnSpc>
                <a:spcPct val="90000"/>
              </a:lnSpc>
              <a:buNone/>
            </a:pPr>
            <a:r>
              <a:rPr lang="en-US" sz="1400" dirty="0"/>
              <a:t>Future-planning</a:t>
            </a:r>
          </a:p>
          <a:p>
            <a:pPr lvl="1">
              <a:lnSpc>
                <a:spcPct val="90000"/>
              </a:lnSpc>
            </a:pPr>
            <a:r>
              <a:rPr lang="en-US" sz="1250" dirty="0"/>
              <a:t>The research emphasizes the importance of asset management in reducing the impacts of disasters.</a:t>
            </a:r>
          </a:p>
          <a:p>
            <a:pPr lvl="1">
              <a:lnSpc>
                <a:spcPct val="90000"/>
              </a:lnSpc>
            </a:pPr>
            <a:r>
              <a:rPr lang="en-US" sz="1250" dirty="0"/>
              <a:t>Various studies expound upon these themes to quantify public asset exposure to flood hazard risks.</a:t>
            </a:r>
          </a:p>
        </p:txBody>
      </p:sp>
    </p:spTree>
    <p:extLst>
      <p:ext uri="{BB962C8B-B14F-4D97-AF65-F5344CB8AC3E}">
        <p14:creationId xmlns:p14="http://schemas.microsoft.com/office/powerpoint/2010/main" val="300258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85428F22-76B3-4107-AADE-3F9EC95FD3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0" name="Group 59">
            <a:extLst>
              <a:ext uri="{FF2B5EF4-FFF2-40B4-BE49-F238E27FC236}">
                <a16:creationId xmlns:a16="http://schemas.microsoft.com/office/drawing/2014/main" id="{5346FBCF-5353-4172-96F5-4B7EB07777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17698" y="-12875"/>
            <a:ext cx="1953297" cy="6890194"/>
            <a:chOff x="2199787" y="-12875"/>
            <a:chExt cx="2679011" cy="6890194"/>
          </a:xfrm>
        </p:grpSpPr>
        <p:sp useBgFill="1">
          <p:nvSpPr>
            <p:cNvPr id="61" name="Rectangle 19">
              <a:extLst>
                <a:ext uri="{FF2B5EF4-FFF2-40B4-BE49-F238E27FC236}">
                  <a16:creationId xmlns:a16="http://schemas.microsoft.com/office/drawing/2014/main" id="{343F3E6D-808D-43AD-9485-AD0014BEA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199787" y="-12875"/>
              <a:ext cx="2679011" cy="5301468"/>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 name="connsiteX0" fmla="*/ 650979 w 2587151"/>
                <a:gd name="connsiteY0" fmla="*/ 0 h 2554287"/>
                <a:gd name="connsiteX1" fmla="*/ 2587151 w 2587151"/>
                <a:gd name="connsiteY1" fmla="*/ 0 h 2554287"/>
                <a:gd name="connsiteX2" fmla="*/ 2587151 w 2587151"/>
                <a:gd name="connsiteY2" fmla="*/ 2554287 h 2554287"/>
                <a:gd name="connsiteX3" fmla="*/ 0 w 2587151"/>
                <a:gd name="connsiteY3" fmla="*/ 2548595 h 2554287"/>
                <a:gd name="connsiteX4" fmla="*/ 650979 w 2587151"/>
                <a:gd name="connsiteY4" fmla="*/ 0 h 2554287"/>
                <a:gd name="connsiteX0" fmla="*/ 730379 w 2587151"/>
                <a:gd name="connsiteY0" fmla="*/ 5692 h 2554287"/>
                <a:gd name="connsiteX1" fmla="*/ 2587151 w 2587151"/>
                <a:gd name="connsiteY1" fmla="*/ 0 h 2554287"/>
                <a:gd name="connsiteX2" fmla="*/ 2587151 w 2587151"/>
                <a:gd name="connsiteY2" fmla="*/ 2554287 h 2554287"/>
                <a:gd name="connsiteX3" fmla="*/ 0 w 2587151"/>
                <a:gd name="connsiteY3" fmla="*/ 2548595 h 2554287"/>
                <a:gd name="connsiteX4" fmla="*/ 730379 w 2587151"/>
                <a:gd name="connsiteY4" fmla="*/ 5692 h 2554287"/>
                <a:gd name="connsiteX0" fmla="*/ 864750 w 2587151"/>
                <a:gd name="connsiteY0" fmla="*/ 2847 h 2554287"/>
                <a:gd name="connsiteX1" fmla="*/ 2587151 w 2587151"/>
                <a:gd name="connsiteY1" fmla="*/ 0 h 2554287"/>
                <a:gd name="connsiteX2" fmla="*/ 2587151 w 2587151"/>
                <a:gd name="connsiteY2" fmla="*/ 2554287 h 2554287"/>
                <a:gd name="connsiteX3" fmla="*/ 0 w 2587151"/>
                <a:gd name="connsiteY3" fmla="*/ 2548595 h 2554287"/>
                <a:gd name="connsiteX4" fmla="*/ 864750 w 2587151"/>
                <a:gd name="connsiteY4" fmla="*/ 2847 h 2554287"/>
                <a:gd name="connsiteX0" fmla="*/ 883073 w 2587151"/>
                <a:gd name="connsiteY0" fmla="*/ 1 h 2554287"/>
                <a:gd name="connsiteX1" fmla="*/ 2587151 w 2587151"/>
                <a:gd name="connsiteY1" fmla="*/ 0 h 2554287"/>
                <a:gd name="connsiteX2" fmla="*/ 2587151 w 2587151"/>
                <a:gd name="connsiteY2" fmla="*/ 2554287 h 2554287"/>
                <a:gd name="connsiteX3" fmla="*/ 0 w 2587151"/>
                <a:gd name="connsiteY3" fmla="*/ 2548595 h 2554287"/>
                <a:gd name="connsiteX4" fmla="*/ 883073 w 2587151"/>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599366"/>
                <a:gd name="connsiteY0" fmla="*/ 1 h 2554287"/>
                <a:gd name="connsiteX1" fmla="*/ 2599366 w 2599366"/>
                <a:gd name="connsiteY1" fmla="*/ 0 h 2554287"/>
                <a:gd name="connsiteX2" fmla="*/ 2599366 w 2599366"/>
                <a:gd name="connsiteY2" fmla="*/ 2554287 h 2554287"/>
                <a:gd name="connsiteX3" fmla="*/ 0 w 2599366"/>
                <a:gd name="connsiteY3" fmla="*/ 2542904 h 2554287"/>
                <a:gd name="connsiteX4" fmla="*/ 895288 w 2599366"/>
                <a:gd name="connsiteY4" fmla="*/ 1 h 2554287"/>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2904 h 2565670"/>
                <a:gd name="connsiteX4" fmla="*/ 895288 w 2611581"/>
                <a:gd name="connsiteY4" fmla="*/ 1 h 2565670"/>
                <a:gd name="connsiteX0" fmla="*/ 895288 w 2611581"/>
                <a:gd name="connsiteY0" fmla="*/ 1 h 2565670"/>
                <a:gd name="connsiteX1" fmla="*/ 2599366 w 2611581"/>
                <a:gd name="connsiteY1" fmla="*/ 0 h 2565670"/>
                <a:gd name="connsiteX2" fmla="*/ 2611581 w 2611581"/>
                <a:gd name="connsiteY2" fmla="*/ 2565670 h 2565670"/>
                <a:gd name="connsiteX3" fmla="*/ 0 w 2611581"/>
                <a:gd name="connsiteY3" fmla="*/ 2545750 h 2565670"/>
                <a:gd name="connsiteX4" fmla="*/ 895288 w 2611581"/>
                <a:gd name="connsiteY4" fmla="*/ 1 h 2565670"/>
                <a:gd name="connsiteX0" fmla="*/ 1544433 w 3260726"/>
                <a:gd name="connsiteY0" fmla="*/ 1 h 2565670"/>
                <a:gd name="connsiteX1" fmla="*/ 3248511 w 3260726"/>
                <a:gd name="connsiteY1" fmla="*/ 0 h 2565670"/>
                <a:gd name="connsiteX2" fmla="*/ 3260726 w 3260726"/>
                <a:gd name="connsiteY2" fmla="*/ 2565670 h 2565670"/>
                <a:gd name="connsiteX3" fmla="*/ 0 w 3260726"/>
                <a:gd name="connsiteY3" fmla="*/ 2521058 h 2565670"/>
                <a:gd name="connsiteX4" fmla="*/ 1544433 w 3260726"/>
                <a:gd name="connsiteY4" fmla="*/ 1 h 2565670"/>
                <a:gd name="connsiteX0" fmla="*/ 921784 w 3260726"/>
                <a:gd name="connsiteY0" fmla="*/ 12347 h 2565670"/>
                <a:gd name="connsiteX1" fmla="*/ 3248511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3260726"/>
                <a:gd name="connsiteY0" fmla="*/ 12347 h 2565670"/>
                <a:gd name="connsiteX1" fmla="*/ 2321160 w 3260726"/>
                <a:gd name="connsiteY1" fmla="*/ 0 h 2565670"/>
                <a:gd name="connsiteX2" fmla="*/ 3260726 w 3260726"/>
                <a:gd name="connsiteY2" fmla="*/ 2565670 h 2565670"/>
                <a:gd name="connsiteX3" fmla="*/ 0 w 3260726"/>
                <a:gd name="connsiteY3" fmla="*/ 2521058 h 2565670"/>
                <a:gd name="connsiteX4" fmla="*/ 921784 w 3260726"/>
                <a:gd name="connsiteY4" fmla="*/ 12347 h 2565670"/>
                <a:gd name="connsiteX0" fmla="*/ 921784 w 2322228"/>
                <a:gd name="connsiteY0" fmla="*/ 12347 h 2565670"/>
                <a:gd name="connsiteX1" fmla="*/ 2321160 w 2322228"/>
                <a:gd name="connsiteY1" fmla="*/ 0 h 2565670"/>
                <a:gd name="connsiteX2" fmla="*/ 2320129 w 2322228"/>
                <a:gd name="connsiteY2" fmla="*/ 2565670 h 2565670"/>
                <a:gd name="connsiteX3" fmla="*/ 0 w 2322228"/>
                <a:gd name="connsiteY3" fmla="*/ 2521058 h 2565670"/>
                <a:gd name="connsiteX4" fmla="*/ 921784 w 2322228"/>
                <a:gd name="connsiteY4" fmla="*/ 12347 h 2565670"/>
                <a:gd name="connsiteX0" fmla="*/ 921784 w 2322228"/>
                <a:gd name="connsiteY0" fmla="*/ 0 h 2571841"/>
                <a:gd name="connsiteX1" fmla="*/ 2321160 w 2322228"/>
                <a:gd name="connsiteY1" fmla="*/ 6171 h 2571841"/>
                <a:gd name="connsiteX2" fmla="*/ 2320129 w 2322228"/>
                <a:gd name="connsiteY2" fmla="*/ 2571841 h 2571841"/>
                <a:gd name="connsiteX3" fmla="*/ 0 w 2322228"/>
                <a:gd name="connsiteY3" fmla="*/ 2527229 h 2571841"/>
                <a:gd name="connsiteX4" fmla="*/ 921784 w 2322228"/>
                <a:gd name="connsiteY4" fmla="*/ 0 h 2571841"/>
                <a:gd name="connsiteX0" fmla="*/ 921784 w 2611583"/>
                <a:gd name="connsiteY0" fmla="*/ 0 h 2540977"/>
                <a:gd name="connsiteX1" fmla="*/ 2321160 w 2611583"/>
                <a:gd name="connsiteY1" fmla="*/ 6171 h 2540977"/>
                <a:gd name="connsiteX2" fmla="*/ 2611583 w 2611583"/>
                <a:gd name="connsiteY2" fmla="*/ 2540977 h 2540977"/>
                <a:gd name="connsiteX3" fmla="*/ 0 w 2611583"/>
                <a:gd name="connsiteY3" fmla="*/ 2527229 h 2540977"/>
                <a:gd name="connsiteX4" fmla="*/ 921784 w 2611583"/>
                <a:gd name="connsiteY4" fmla="*/ 0 h 2540977"/>
                <a:gd name="connsiteX0" fmla="*/ 921784 w 2611583"/>
                <a:gd name="connsiteY0" fmla="*/ 2 h 2540979"/>
                <a:gd name="connsiteX1" fmla="*/ 2572870 w 2611583"/>
                <a:gd name="connsiteY1" fmla="*/ 0 h 2540979"/>
                <a:gd name="connsiteX2" fmla="*/ 2611583 w 2611583"/>
                <a:gd name="connsiteY2" fmla="*/ 2540979 h 2540979"/>
                <a:gd name="connsiteX3" fmla="*/ 0 w 2611583"/>
                <a:gd name="connsiteY3" fmla="*/ 2527231 h 2540979"/>
                <a:gd name="connsiteX4" fmla="*/ 921784 w 2611583"/>
                <a:gd name="connsiteY4" fmla="*/ 2 h 2540979"/>
                <a:gd name="connsiteX0" fmla="*/ 921784 w 2705467"/>
                <a:gd name="connsiteY0" fmla="*/ 0 h 2540977"/>
                <a:gd name="connsiteX1" fmla="*/ 2705349 w 2705467"/>
                <a:gd name="connsiteY1" fmla="*/ 6171 h 2540977"/>
                <a:gd name="connsiteX2" fmla="*/ 2611583 w 2705467"/>
                <a:gd name="connsiteY2" fmla="*/ 2540977 h 2540977"/>
                <a:gd name="connsiteX3" fmla="*/ 0 w 2705467"/>
                <a:gd name="connsiteY3" fmla="*/ 2527229 h 2540977"/>
                <a:gd name="connsiteX4" fmla="*/ 921784 w 2705467"/>
                <a:gd name="connsiteY4" fmla="*/ 0 h 2540977"/>
                <a:gd name="connsiteX0" fmla="*/ 921784 w 2718702"/>
                <a:gd name="connsiteY0" fmla="*/ 2 h 2540979"/>
                <a:gd name="connsiteX1" fmla="*/ 2718597 w 2718702"/>
                <a:gd name="connsiteY1" fmla="*/ 0 h 2540979"/>
                <a:gd name="connsiteX2" fmla="*/ 2611583 w 2718702"/>
                <a:gd name="connsiteY2" fmla="*/ 2540979 h 2540979"/>
                <a:gd name="connsiteX3" fmla="*/ 0 w 2718702"/>
                <a:gd name="connsiteY3" fmla="*/ 2527231 h 2540979"/>
                <a:gd name="connsiteX4" fmla="*/ 921784 w 2718702"/>
                <a:gd name="connsiteY4" fmla="*/ 2 h 2540979"/>
                <a:gd name="connsiteX0" fmla="*/ 921784 w 2679012"/>
                <a:gd name="connsiteY0" fmla="*/ 0 h 2540977"/>
                <a:gd name="connsiteX1" fmla="*/ 2678853 w 2679012"/>
                <a:gd name="connsiteY1" fmla="*/ 6171 h 2540977"/>
                <a:gd name="connsiteX2" fmla="*/ 2611583 w 2679012"/>
                <a:gd name="connsiteY2" fmla="*/ 2540977 h 2540977"/>
                <a:gd name="connsiteX3" fmla="*/ 0 w 2679012"/>
                <a:gd name="connsiteY3" fmla="*/ 2527229 h 2540977"/>
                <a:gd name="connsiteX4" fmla="*/ 921784 w 2679012"/>
                <a:gd name="connsiteY4" fmla="*/ 0 h 2540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9012" h="2540977">
                  <a:moveTo>
                    <a:pt x="921784" y="0"/>
                  </a:moveTo>
                  <a:lnTo>
                    <a:pt x="2678853" y="6171"/>
                  </a:lnTo>
                  <a:cubicBezTo>
                    <a:pt x="2682925" y="861394"/>
                    <a:pt x="2607511" y="1685754"/>
                    <a:pt x="2611583" y="2540977"/>
                  </a:cubicBezTo>
                  <a:lnTo>
                    <a:pt x="0" y="2527229"/>
                  </a:lnTo>
                  <a:lnTo>
                    <a:pt x="921784" y="0"/>
                  </a:lnTo>
                  <a:close/>
                </a:path>
              </a:pathLst>
            </a:custGeom>
            <a:blipFill rotWithShape="0">
              <a:blip r:embed="rId2">
                <a:duotone>
                  <a:schemeClr val="bg2">
                    <a:shade val="76000"/>
                    <a:satMod val="180000"/>
                  </a:schemeClr>
                  <a:schemeClr val="bg2">
                    <a:tint val="80000"/>
                    <a:satMod val="120000"/>
                    <a:lumMod val="180000"/>
                  </a:schemeClr>
                </a:duotone>
              </a:blip>
              <a:stretch>
                <a:fillRect l="-114598" r="-265621" b="-2868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2" name="Rectangle 20">
              <a:extLst>
                <a:ext uri="{FF2B5EF4-FFF2-40B4-BE49-F238E27FC236}">
                  <a16:creationId xmlns:a16="http://schemas.microsoft.com/office/drawing/2014/main" id="{03DB1AC6-5430-4CD3-BD83-86E675A11A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2211875" y="5257482"/>
              <a:ext cx="2586931" cy="1619837"/>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 name="connsiteX0" fmla="*/ 0 w 2720934"/>
                <a:gd name="connsiteY0" fmla="*/ 268283 h 4303713"/>
                <a:gd name="connsiteX1" fmla="*/ 2720934 w 2720934"/>
                <a:gd name="connsiteY1" fmla="*/ 0 h 4303713"/>
                <a:gd name="connsiteX2" fmla="*/ 2720934 w 2720934"/>
                <a:gd name="connsiteY2" fmla="*/ 4303713 h 4303713"/>
                <a:gd name="connsiteX3" fmla="*/ 2281054 w 2720934"/>
                <a:gd name="connsiteY3" fmla="*/ 3638695 h 4303713"/>
                <a:gd name="connsiteX4" fmla="*/ 0 w 2720934"/>
                <a:gd name="connsiteY4" fmla="*/ 268283 h 4303713"/>
                <a:gd name="connsiteX0" fmla="*/ 0 w 2720934"/>
                <a:gd name="connsiteY0" fmla="*/ 268283 h 4303713"/>
                <a:gd name="connsiteX1" fmla="*/ 2720934 w 2720934"/>
                <a:gd name="connsiteY1" fmla="*/ 0 h 4303713"/>
                <a:gd name="connsiteX2" fmla="*/ 2720934 w 2720934"/>
                <a:gd name="connsiteY2" fmla="*/ 4303713 h 4303713"/>
                <a:gd name="connsiteX3" fmla="*/ 2264231 w 2720934"/>
                <a:gd name="connsiteY3" fmla="*/ 3717600 h 4303713"/>
                <a:gd name="connsiteX4" fmla="*/ 0 w 2720934"/>
                <a:gd name="connsiteY4" fmla="*/ 268283 h 4303713"/>
                <a:gd name="connsiteX0" fmla="*/ 0 w 2720934"/>
                <a:gd name="connsiteY0" fmla="*/ 268283 h 4335275"/>
                <a:gd name="connsiteX1" fmla="*/ 2720934 w 2720934"/>
                <a:gd name="connsiteY1" fmla="*/ 0 h 4335275"/>
                <a:gd name="connsiteX2" fmla="*/ 2653639 w 2720934"/>
                <a:gd name="connsiteY2" fmla="*/ 4335275 h 4335275"/>
                <a:gd name="connsiteX3" fmla="*/ 2264231 w 2720934"/>
                <a:gd name="connsiteY3" fmla="*/ 3717600 h 4335275"/>
                <a:gd name="connsiteX4" fmla="*/ 0 w 2720934"/>
                <a:gd name="connsiteY4" fmla="*/ 268283 h 4335275"/>
                <a:gd name="connsiteX0" fmla="*/ 0 w 2737757"/>
                <a:gd name="connsiteY0" fmla="*/ 236721 h 4335275"/>
                <a:gd name="connsiteX1" fmla="*/ 2737757 w 2737757"/>
                <a:gd name="connsiteY1" fmla="*/ 0 h 4335275"/>
                <a:gd name="connsiteX2" fmla="*/ 2670462 w 2737757"/>
                <a:gd name="connsiteY2" fmla="*/ 4335275 h 4335275"/>
                <a:gd name="connsiteX3" fmla="*/ 2281054 w 2737757"/>
                <a:gd name="connsiteY3" fmla="*/ 3717600 h 4335275"/>
                <a:gd name="connsiteX4" fmla="*/ 0 w 2737757"/>
                <a:gd name="connsiteY4" fmla="*/ 236721 h 4335275"/>
                <a:gd name="connsiteX0" fmla="*/ 0 w 2729346"/>
                <a:gd name="connsiteY0" fmla="*/ 0 h 4098554"/>
                <a:gd name="connsiteX1" fmla="*/ 2729346 w 2729346"/>
                <a:gd name="connsiteY1" fmla="*/ 126250 h 4098554"/>
                <a:gd name="connsiteX2" fmla="*/ 2670462 w 2729346"/>
                <a:gd name="connsiteY2" fmla="*/ 4098554 h 4098554"/>
                <a:gd name="connsiteX3" fmla="*/ 2281054 w 2729346"/>
                <a:gd name="connsiteY3" fmla="*/ 3480879 h 4098554"/>
                <a:gd name="connsiteX4" fmla="*/ 0 w 2729346"/>
                <a:gd name="connsiteY4" fmla="*/ 0 h 4098554"/>
                <a:gd name="connsiteX0" fmla="*/ 0 w 2720934"/>
                <a:gd name="connsiteY0" fmla="*/ 0 h 4098554"/>
                <a:gd name="connsiteX1" fmla="*/ 2720934 w 2720934"/>
                <a:gd name="connsiteY1" fmla="*/ 31562 h 4098554"/>
                <a:gd name="connsiteX2" fmla="*/ 2670462 w 2720934"/>
                <a:gd name="connsiteY2" fmla="*/ 4098554 h 4098554"/>
                <a:gd name="connsiteX3" fmla="*/ 2281054 w 2720934"/>
                <a:gd name="connsiteY3" fmla="*/ 3480879 h 4098554"/>
                <a:gd name="connsiteX4" fmla="*/ 0 w 2720934"/>
                <a:gd name="connsiteY4" fmla="*/ 0 h 4098554"/>
                <a:gd name="connsiteX0" fmla="*/ 0 w 2720934"/>
                <a:gd name="connsiteY0" fmla="*/ 15782 h 4114336"/>
                <a:gd name="connsiteX1" fmla="*/ 2720934 w 2720934"/>
                <a:gd name="connsiteY1" fmla="*/ 0 h 4114336"/>
                <a:gd name="connsiteX2" fmla="*/ 2670462 w 2720934"/>
                <a:gd name="connsiteY2" fmla="*/ 4114336 h 4114336"/>
                <a:gd name="connsiteX3" fmla="*/ 2281054 w 2720934"/>
                <a:gd name="connsiteY3" fmla="*/ 3496661 h 4114336"/>
                <a:gd name="connsiteX4" fmla="*/ 0 w 2720934"/>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80409 w 2820289"/>
                <a:gd name="connsiteY3" fmla="*/ 3496661 h 4114336"/>
                <a:gd name="connsiteX4" fmla="*/ 0 w 2820289"/>
                <a:gd name="connsiteY4" fmla="*/ 15782 h 4114336"/>
                <a:gd name="connsiteX0" fmla="*/ 0 w 2820289"/>
                <a:gd name="connsiteY0" fmla="*/ 15782 h 4114336"/>
                <a:gd name="connsiteX1" fmla="*/ 2820289 w 2820289"/>
                <a:gd name="connsiteY1" fmla="*/ 0 h 4114336"/>
                <a:gd name="connsiteX2" fmla="*/ 2769817 w 2820289"/>
                <a:gd name="connsiteY2" fmla="*/ 4114336 h 4114336"/>
                <a:gd name="connsiteX3" fmla="*/ 2362876 w 2820289"/>
                <a:gd name="connsiteY3" fmla="*/ 3517980 h 4114336"/>
                <a:gd name="connsiteX4" fmla="*/ 0 w 2820289"/>
                <a:gd name="connsiteY4" fmla="*/ 15782 h 4114336"/>
                <a:gd name="connsiteX0" fmla="*/ 0 w 2820289"/>
                <a:gd name="connsiteY0" fmla="*/ 15782 h 4114336"/>
                <a:gd name="connsiteX1" fmla="*/ 2820289 w 2820289"/>
                <a:gd name="connsiteY1" fmla="*/ 0 h 4114336"/>
                <a:gd name="connsiteX2" fmla="*/ 2763972 w 2820289"/>
                <a:gd name="connsiteY2" fmla="*/ 4114336 h 4114336"/>
                <a:gd name="connsiteX3" fmla="*/ 2362876 w 2820289"/>
                <a:gd name="connsiteY3" fmla="*/ 3517980 h 4114336"/>
                <a:gd name="connsiteX4" fmla="*/ 0 w 2820289"/>
                <a:gd name="connsiteY4" fmla="*/ 15782 h 4114336"/>
                <a:gd name="connsiteX0" fmla="*/ 0 w 3721149"/>
                <a:gd name="connsiteY0" fmla="*/ 0 h 4269703"/>
                <a:gd name="connsiteX1" fmla="*/ 3721149 w 3721149"/>
                <a:gd name="connsiteY1" fmla="*/ 155367 h 4269703"/>
                <a:gd name="connsiteX2" fmla="*/ 3664832 w 3721149"/>
                <a:gd name="connsiteY2" fmla="*/ 4269703 h 4269703"/>
                <a:gd name="connsiteX3" fmla="*/ 3263736 w 3721149"/>
                <a:gd name="connsiteY3" fmla="*/ 3673347 h 4269703"/>
                <a:gd name="connsiteX4" fmla="*/ 0 w 3721149"/>
                <a:gd name="connsiteY4" fmla="*/ 0 h 4269703"/>
                <a:gd name="connsiteX0" fmla="*/ 0 w 3721149"/>
                <a:gd name="connsiteY0" fmla="*/ 0 h 4289488"/>
                <a:gd name="connsiteX1" fmla="*/ 3721149 w 3721149"/>
                <a:gd name="connsiteY1" fmla="*/ 155367 h 4289488"/>
                <a:gd name="connsiteX2" fmla="*/ 3664832 w 3721149"/>
                <a:gd name="connsiteY2" fmla="*/ 4269703 h 4289488"/>
                <a:gd name="connsiteX3" fmla="*/ 1705997 w 3721149"/>
                <a:gd name="connsiteY3" fmla="*/ 4289488 h 4289488"/>
                <a:gd name="connsiteX4" fmla="*/ 0 w 3721149"/>
                <a:gd name="connsiteY4" fmla="*/ 0 h 4289488"/>
                <a:gd name="connsiteX0" fmla="*/ 0 w 3664846"/>
                <a:gd name="connsiteY0" fmla="*/ 15785 h 4305273"/>
                <a:gd name="connsiteX1" fmla="*/ 3664846 w 3664846"/>
                <a:gd name="connsiteY1" fmla="*/ 0 h 4305273"/>
                <a:gd name="connsiteX2" fmla="*/ 3664832 w 3664846"/>
                <a:gd name="connsiteY2" fmla="*/ 4285488 h 4305273"/>
                <a:gd name="connsiteX3" fmla="*/ 1705997 w 3664846"/>
                <a:gd name="connsiteY3" fmla="*/ 4305273 h 4305273"/>
                <a:gd name="connsiteX4" fmla="*/ 0 w 3664846"/>
                <a:gd name="connsiteY4" fmla="*/ 15785 h 4305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64846" h="4305273">
                  <a:moveTo>
                    <a:pt x="0" y="15785"/>
                  </a:moveTo>
                  <a:lnTo>
                    <a:pt x="3664846" y="0"/>
                  </a:lnTo>
                  <a:cubicBezTo>
                    <a:pt x="3664841" y="1428496"/>
                    <a:pt x="3664837" y="2856992"/>
                    <a:pt x="3664832" y="4285488"/>
                  </a:cubicBezTo>
                  <a:lnTo>
                    <a:pt x="1705997" y="4305273"/>
                  </a:lnTo>
                  <a:lnTo>
                    <a:pt x="0" y="15785"/>
                  </a:lnTo>
                  <a:close/>
                </a:path>
              </a:pathLst>
            </a:custGeom>
            <a:blipFill rotWithShape="0">
              <a:blip r:embed="rId2">
                <a:duotone>
                  <a:schemeClr val="bg2">
                    <a:shade val="76000"/>
                    <a:satMod val="180000"/>
                  </a:schemeClr>
                  <a:schemeClr val="bg2">
                    <a:tint val="80000"/>
                    <a:satMod val="120000"/>
                    <a:lumMod val="180000"/>
                  </a:schemeClr>
                </a:duotone>
              </a:blip>
              <a:stretch>
                <a:fillRect l="-163116" t="-323529" r="-39825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a:extLst>
              <a:ext uri="{FF2B5EF4-FFF2-40B4-BE49-F238E27FC236}">
                <a16:creationId xmlns:a16="http://schemas.microsoft.com/office/drawing/2014/main" id="{78326E10-C8CB-487F-A110-F861268DE6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770459" y="0"/>
            <a:ext cx="1827609" cy="6858001"/>
            <a:chOff x="1320800" y="0"/>
            <a:chExt cx="2436813" cy="6858001"/>
          </a:xfrm>
        </p:grpSpPr>
        <p:sp>
          <p:nvSpPr>
            <p:cNvPr id="65" name="Freeform 6">
              <a:extLst>
                <a:ext uri="{FF2B5EF4-FFF2-40B4-BE49-F238E27FC236}">
                  <a16:creationId xmlns:a16="http://schemas.microsoft.com/office/drawing/2014/main" id="{3279962B-46D2-4E19-B632-39B80D1E8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66" name="Freeform 7">
              <a:extLst>
                <a:ext uri="{FF2B5EF4-FFF2-40B4-BE49-F238E27FC236}">
                  <a16:creationId xmlns:a16="http://schemas.microsoft.com/office/drawing/2014/main" id="{321A335A-53CB-4C17-AB51-5D9C2DCB4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7" name="Freeform 8">
              <a:extLst>
                <a:ext uri="{FF2B5EF4-FFF2-40B4-BE49-F238E27FC236}">
                  <a16:creationId xmlns:a16="http://schemas.microsoft.com/office/drawing/2014/main" id="{A0E0D557-405B-469F-AEDE-4E3404AA41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8" name="Freeform 9">
              <a:extLst>
                <a:ext uri="{FF2B5EF4-FFF2-40B4-BE49-F238E27FC236}">
                  <a16:creationId xmlns:a16="http://schemas.microsoft.com/office/drawing/2014/main" id="{D8D4E62F-9393-40A6-9E85-9F3B59C46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9" name="Freeform 10">
              <a:extLst>
                <a:ext uri="{FF2B5EF4-FFF2-40B4-BE49-F238E27FC236}">
                  <a16:creationId xmlns:a16="http://schemas.microsoft.com/office/drawing/2014/main" id="{FABD11B1-DE89-45BC-8204-968C88AADC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70" name="Freeform 11">
              <a:extLst>
                <a:ext uri="{FF2B5EF4-FFF2-40B4-BE49-F238E27FC236}">
                  <a16:creationId xmlns:a16="http://schemas.microsoft.com/office/drawing/2014/main" id="{AFA4965A-1FBC-44B8-B96A-3F5275C3AE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title"/>
          </p:nvPr>
        </p:nvSpPr>
        <p:spPr>
          <a:xfrm>
            <a:off x="2971799" y="685800"/>
            <a:ext cx="5509418" cy="1413933"/>
          </a:xfrm>
        </p:spPr>
        <p:txBody>
          <a:bodyPr>
            <a:normAutofit/>
          </a:bodyPr>
          <a:lstStyle/>
          <a:p>
            <a:r>
              <a:rPr lang="en-US"/>
              <a:t>Data Sources</a:t>
            </a:r>
          </a:p>
        </p:txBody>
      </p:sp>
      <p:pic>
        <p:nvPicPr>
          <p:cNvPr id="5" name="Picture 4" descr="Data center interior">
            <a:extLst>
              <a:ext uri="{FF2B5EF4-FFF2-40B4-BE49-F238E27FC236}">
                <a16:creationId xmlns:a16="http://schemas.microsoft.com/office/drawing/2014/main" id="{DE88F13C-4B6C-949A-88AD-542537F2042A}"/>
              </a:ext>
            </a:extLst>
          </p:cNvPr>
          <p:cNvPicPr>
            <a:picLocks noChangeAspect="1"/>
          </p:cNvPicPr>
          <p:nvPr/>
        </p:nvPicPr>
        <p:blipFill>
          <a:blip r:embed="rId3"/>
          <a:srcRect l="39360" r="39360"/>
          <a:stretch/>
        </p:blipFill>
        <p:spPr>
          <a:xfrm>
            <a:off x="20" y="10"/>
            <a:ext cx="2594352" cy="6857990"/>
          </a:xfrm>
          <a:custGeom>
            <a:avLst/>
            <a:gdLst/>
            <a:ahLst/>
            <a:cxnLst/>
            <a:rect l="l" t="t" r="r" b="b"/>
            <a:pathLst>
              <a:path w="3458633" h="6858000">
                <a:moveTo>
                  <a:pt x="0" y="0"/>
                </a:moveTo>
                <a:lnTo>
                  <a:pt x="3174999" y="0"/>
                </a:lnTo>
                <a:lnTo>
                  <a:pt x="2294466" y="5223932"/>
                </a:lnTo>
                <a:lnTo>
                  <a:pt x="3458633" y="6853767"/>
                </a:lnTo>
                <a:lnTo>
                  <a:pt x="0" y="6858000"/>
                </a:lnTo>
                <a:lnTo>
                  <a:pt x="0" y="0"/>
                </a:lnTo>
                <a:close/>
              </a:path>
            </a:pathLst>
          </a:custGeom>
          <a:ln w="38100">
            <a:noFill/>
          </a:ln>
          <a:effectLst/>
        </p:spPr>
      </p:pic>
      <p:graphicFrame>
        <p:nvGraphicFramePr>
          <p:cNvPr id="45" name="Content Placeholder 2">
            <a:extLst>
              <a:ext uri="{FF2B5EF4-FFF2-40B4-BE49-F238E27FC236}">
                <a16:creationId xmlns:a16="http://schemas.microsoft.com/office/drawing/2014/main" id="{0C1D5462-8CD3-5C33-D07C-420387719035}"/>
              </a:ext>
            </a:extLst>
          </p:cNvPr>
          <p:cNvGraphicFramePr>
            <a:graphicFrameLocks noGrp="1"/>
          </p:cNvGraphicFramePr>
          <p:nvPr>
            <p:ph idx="1"/>
            <p:extLst>
              <p:ext uri="{D42A27DB-BD31-4B8C-83A1-F6EECF244321}">
                <p14:modId xmlns:p14="http://schemas.microsoft.com/office/powerpoint/2010/main" val="311661949"/>
              </p:ext>
            </p:extLst>
          </p:nvPr>
        </p:nvGraphicFramePr>
        <p:xfrm>
          <a:off x="2882900" y="2048933"/>
          <a:ext cx="5744367" cy="37422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20529" y="685800"/>
            <a:ext cx="7306739" cy="1752599"/>
          </a:xfrm>
        </p:spPr>
        <p:txBody>
          <a:bodyPr>
            <a:normAutofit/>
          </a:bodyPr>
          <a:lstStyle/>
          <a:p>
            <a:r>
              <a:rPr lang="en-US"/>
              <a:t>Methods</a:t>
            </a:r>
            <a:endParaRPr lang="en-US" dirty="0"/>
          </a:p>
        </p:txBody>
      </p:sp>
      <p:graphicFrame>
        <p:nvGraphicFramePr>
          <p:cNvPr id="7" name="Content Placeholder 2">
            <a:extLst>
              <a:ext uri="{FF2B5EF4-FFF2-40B4-BE49-F238E27FC236}">
                <a16:creationId xmlns:a16="http://schemas.microsoft.com/office/drawing/2014/main" id="{60B5AF47-7C37-3785-DFDB-2B1F9B15B1AE}"/>
              </a:ext>
            </a:extLst>
          </p:cNvPr>
          <p:cNvGraphicFramePr>
            <a:graphicFrameLocks noGrp="1"/>
          </p:cNvGraphicFramePr>
          <p:nvPr>
            <p:ph idx="1"/>
            <p:extLst>
              <p:ext uri="{D42A27DB-BD31-4B8C-83A1-F6EECF244321}">
                <p14:modId xmlns:p14="http://schemas.microsoft.com/office/powerpoint/2010/main" val="2175988582"/>
              </p:ext>
            </p:extLst>
          </p:nvPr>
        </p:nvGraphicFramePr>
        <p:xfrm>
          <a:off x="1320528" y="1524132"/>
          <a:ext cx="7306740" cy="30966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 name="Content Placeholder 2">
            <a:extLst>
              <a:ext uri="{FF2B5EF4-FFF2-40B4-BE49-F238E27FC236}">
                <a16:creationId xmlns:a16="http://schemas.microsoft.com/office/drawing/2014/main" id="{FC6DEE38-2315-2023-A983-AD2756A588CB}"/>
              </a:ext>
            </a:extLst>
          </p:cNvPr>
          <p:cNvGraphicFramePr>
            <a:graphicFrameLocks/>
          </p:cNvGraphicFramePr>
          <p:nvPr>
            <p:extLst>
              <p:ext uri="{D42A27DB-BD31-4B8C-83A1-F6EECF244321}">
                <p14:modId xmlns:p14="http://schemas.microsoft.com/office/powerpoint/2010/main" val="895258553"/>
              </p:ext>
            </p:extLst>
          </p:nvPr>
        </p:nvGraphicFramePr>
        <p:xfrm>
          <a:off x="1320528" y="3611880"/>
          <a:ext cx="7306740" cy="30966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08F94D66-27EC-4CB8-8226-D7F41C1618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18" name="Freeform 6">
              <a:extLst>
                <a:ext uri="{FF2B5EF4-FFF2-40B4-BE49-F238E27FC236}">
                  <a16:creationId xmlns:a16="http://schemas.microsoft.com/office/drawing/2014/main" id="{1A53964C-7D93-4C48-A4A6-C4C2C393C5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19" name="Freeform 7">
              <a:extLst>
                <a:ext uri="{FF2B5EF4-FFF2-40B4-BE49-F238E27FC236}">
                  <a16:creationId xmlns:a16="http://schemas.microsoft.com/office/drawing/2014/main" id="{9C944EEC-539E-4389-8785-58E65D04E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8" name="Freeform 9">
              <a:extLst>
                <a:ext uri="{FF2B5EF4-FFF2-40B4-BE49-F238E27FC236}">
                  <a16:creationId xmlns:a16="http://schemas.microsoft.com/office/drawing/2014/main" id="{7836EB7E-895C-4D68-B92E-312B371CB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a:extLst>
                <a:ext uri="{FF2B5EF4-FFF2-40B4-BE49-F238E27FC236}">
                  <a16:creationId xmlns:a16="http://schemas.microsoft.com/office/drawing/2014/main" id="{0F29242B-8CE7-4636-B326-4BEE42EB6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a:extLst>
                <a:ext uri="{FF2B5EF4-FFF2-40B4-BE49-F238E27FC236}">
                  <a16:creationId xmlns:a16="http://schemas.microsoft.com/office/drawing/2014/main" id="{4D0B8E9A-7727-4AD9-974E-8815F0B20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a:extLst>
                <a:ext uri="{FF2B5EF4-FFF2-40B4-BE49-F238E27FC236}">
                  <a16:creationId xmlns:a16="http://schemas.microsoft.com/office/drawing/2014/main" id="{1CD6C65C-71BE-4549-926A-1C1135FD0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pic>
        <p:nvPicPr>
          <p:cNvPr id="4" name="Picture 3" descr="Blueprint of style of a map">
            <a:extLst>
              <a:ext uri="{FF2B5EF4-FFF2-40B4-BE49-F238E27FC236}">
                <a16:creationId xmlns:a16="http://schemas.microsoft.com/office/drawing/2014/main" id="{64588687-515C-847F-4C46-CA53257A7B93}"/>
              </a:ext>
            </a:extLst>
          </p:cNvPr>
          <p:cNvPicPr>
            <a:picLocks noChangeAspect="1"/>
          </p:cNvPicPr>
          <p:nvPr/>
        </p:nvPicPr>
        <p:blipFill>
          <a:blip r:embed="rId2">
            <a:alphaModFix amt="35000"/>
          </a:blip>
          <a:srcRect l="19345" r="13989"/>
          <a:stretch>
            <a:fillRect/>
          </a:stretch>
        </p:blipFill>
        <p:spPr>
          <a:xfrm>
            <a:off x="20" y="10"/>
            <a:ext cx="9143980" cy="6857990"/>
          </a:xfrm>
          <a:prstGeom prst="rect">
            <a:avLst/>
          </a:prstGeom>
        </p:spPr>
      </p:pic>
      <p:sp>
        <p:nvSpPr>
          <p:cNvPr id="2" name="Title 1">
            <a:extLst>
              <a:ext uri="{FF2B5EF4-FFF2-40B4-BE49-F238E27FC236}">
                <a16:creationId xmlns:a16="http://schemas.microsoft.com/office/drawing/2014/main" id="{5E1A6772-0A84-38BC-AB3D-1473767145CA}"/>
              </a:ext>
            </a:extLst>
          </p:cNvPr>
          <p:cNvSpPr>
            <a:spLocks noGrp="1"/>
          </p:cNvSpPr>
          <p:nvPr>
            <p:ph type="title"/>
          </p:nvPr>
        </p:nvSpPr>
        <p:spPr>
          <a:xfrm>
            <a:off x="2196300" y="1380068"/>
            <a:ext cx="6430967" cy="2616199"/>
          </a:xfrm>
        </p:spPr>
        <p:txBody>
          <a:bodyPr vert="horz" lIns="91440" tIns="45720" rIns="91440" bIns="45720" rtlCol="0" anchor="b">
            <a:normAutofit/>
          </a:bodyPr>
          <a:lstStyle/>
          <a:p>
            <a:pPr algn="r"/>
            <a:r>
              <a:rPr lang="en-US" sz="6000"/>
              <a:t>Example Damage Locations </a:t>
            </a:r>
          </a:p>
        </p:txBody>
      </p:sp>
      <p:grpSp>
        <p:nvGrpSpPr>
          <p:cNvPr id="29" name="Group 28">
            <a:extLst>
              <a:ext uri="{FF2B5EF4-FFF2-40B4-BE49-F238E27FC236}">
                <a16:creationId xmlns:a16="http://schemas.microsoft.com/office/drawing/2014/main" id="{0A3EF779-83DD-4EB0-9F4C-7304381A28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30" name="Freeform 6">
              <a:extLst>
                <a:ext uri="{FF2B5EF4-FFF2-40B4-BE49-F238E27FC236}">
                  <a16:creationId xmlns:a16="http://schemas.microsoft.com/office/drawing/2014/main" id="{772C8C0C-10E0-4305-95B6-F0A11F0AD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rgbClr val="30ACEC"/>
            </a:solidFill>
            <a:ln>
              <a:noFill/>
            </a:ln>
          </p:spPr>
          <p:txBody>
            <a:bodyPr/>
            <a:lstStyle/>
            <a:p>
              <a:endParaRPr lang="en-US"/>
            </a:p>
          </p:txBody>
        </p:sp>
        <p:sp>
          <p:nvSpPr>
            <p:cNvPr id="31" name="Freeform 7">
              <a:extLst>
                <a:ext uri="{FF2B5EF4-FFF2-40B4-BE49-F238E27FC236}">
                  <a16:creationId xmlns:a16="http://schemas.microsoft.com/office/drawing/2014/main" id="{ED6F480D-2F2A-4E97-B196-39B35C4BF8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ysClr val="windowText" lastClr="000000">
                <a:lumMod val="65000"/>
                <a:lumOff val="35000"/>
              </a:sysClr>
            </a:solidFill>
            <a:ln>
              <a:noFill/>
            </a:ln>
          </p:spPr>
          <p:txBody>
            <a:bodyPr/>
            <a:lstStyle/>
            <a:p>
              <a:endParaRPr lang="en-US"/>
            </a:p>
          </p:txBody>
        </p:sp>
        <p:sp>
          <p:nvSpPr>
            <p:cNvPr id="32" name="Freeform 9">
              <a:extLst>
                <a:ext uri="{FF2B5EF4-FFF2-40B4-BE49-F238E27FC236}">
                  <a16:creationId xmlns:a16="http://schemas.microsoft.com/office/drawing/2014/main" id="{65ACA5CB-4926-4AA1-8B0D-0A8C294D3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ysClr val="windowText" lastClr="000000">
                <a:lumMod val="85000"/>
                <a:lumOff val="15000"/>
              </a:sysClr>
            </a:solidFill>
            <a:ln>
              <a:noFill/>
            </a:ln>
          </p:spPr>
          <p:txBody>
            <a:bodyPr/>
            <a:lstStyle/>
            <a:p>
              <a:endParaRPr lang="en-US"/>
            </a:p>
          </p:txBody>
        </p:sp>
        <p:sp>
          <p:nvSpPr>
            <p:cNvPr id="33" name="Freeform 10">
              <a:extLst>
                <a:ext uri="{FF2B5EF4-FFF2-40B4-BE49-F238E27FC236}">
                  <a16:creationId xmlns:a16="http://schemas.microsoft.com/office/drawing/2014/main" id="{1FC1EC6E-AED1-4539-B157-052264991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rgbClr val="30ACEC">
                <a:lumMod val="50000"/>
              </a:srgbClr>
            </a:solidFill>
            <a:ln>
              <a:noFill/>
            </a:ln>
          </p:spPr>
          <p:txBody>
            <a:bodyPr/>
            <a:lstStyle/>
            <a:p>
              <a:endParaRPr lang="en-US"/>
            </a:p>
          </p:txBody>
        </p:sp>
        <p:sp>
          <p:nvSpPr>
            <p:cNvPr id="34" name="Freeform 11">
              <a:extLst>
                <a:ext uri="{FF2B5EF4-FFF2-40B4-BE49-F238E27FC236}">
                  <a16:creationId xmlns:a16="http://schemas.microsoft.com/office/drawing/2014/main" id="{F5C22045-92BD-4CA1-A655-5ADD002833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rgbClr val="30ACEC">
                <a:lumMod val="75000"/>
              </a:srgbClr>
            </a:solidFill>
            <a:ln>
              <a:noFill/>
            </a:ln>
          </p:spPr>
          <p:txBody>
            <a:bodyPr/>
            <a:lstStyle/>
            <a:p>
              <a:endParaRPr lang="en-US"/>
            </a:p>
          </p:txBody>
        </p:sp>
        <p:sp>
          <p:nvSpPr>
            <p:cNvPr id="35" name="Freeform 12">
              <a:extLst>
                <a:ext uri="{FF2B5EF4-FFF2-40B4-BE49-F238E27FC236}">
                  <a16:creationId xmlns:a16="http://schemas.microsoft.com/office/drawing/2014/main" id="{F130A56D-449A-4985-94CD-B749D51FF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ysClr val="windowText" lastClr="000000">
                <a:lumMod val="75000"/>
                <a:lumOff val="25000"/>
              </a:sysClr>
            </a:solidFill>
            <a:ln>
              <a:noFill/>
            </a:ln>
          </p:spPr>
          <p:txBody>
            <a:bodyPr/>
            <a:lstStyle/>
            <a:p>
              <a:endParaRPr lang="en-US"/>
            </a:p>
          </p:txBody>
        </p:sp>
      </p:grpSp>
    </p:spTree>
    <p:extLst>
      <p:ext uri="{BB962C8B-B14F-4D97-AF65-F5344CB8AC3E}">
        <p14:creationId xmlns:p14="http://schemas.microsoft.com/office/powerpoint/2010/main" val="1370327322"/>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7512680C-3B43-5BCA-2B82-E333363F7D3F}"/>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38872FC4-3705-2268-3BC1-F6465C255B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8" name="Freeform 6">
              <a:extLst>
                <a:ext uri="{FF2B5EF4-FFF2-40B4-BE49-F238E27FC236}">
                  <a16:creationId xmlns:a16="http://schemas.microsoft.com/office/drawing/2014/main" id="{C3DED6A8-C3DD-34DE-A47F-26CB3552C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9" name="Freeform 7">
              <a:extLst>
                <a:ext uri="{FF2B5EF4-FFF2-40B4-BE49-F238E27FC236}">
                  <a16:creationId xmlns:a16="http://schemas.microsoft.com/office/drawing/2014/main" id="{6911ED03-DE0F-8FF9-A212-BF8113D679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0" name="Freeform 8">
              <a:extLst>
                <a:ext uri="{FF2B5EF4-FFF2-40B4-BE49-F238E27FC236}">
                  <a16:creationId xmlns:a16="http://schemas.microsoft.com/office/drawing/2014/main" id="{B8D308A9-624D-2888-DE31-B57D3477FA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1" name="Freeform 9">
              <a:extLst>
                <a:ext uri="{FF2B5EF4-FFF2-40B4-BE49-F238E27FC236}">
                  <a16:creationId xmlns:a16="http://schemas.microsoft.com/office/drawing/2014/main" id="{86A818B7-F09D-65B8-52C9-85A3FCF12B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2" name="Freeform 10">
              <a:extLst>
                <a:ext uri="{FF2B5EF4-FFF2-40B4-BE49-F238E27FC236}">
                  <a16:creationId xmlns:a16="http://schemas.microsoft.com/office/drawing/2014/main" id="{6277E2DD-5AD4-12CE-29D6-C35DE715C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63" name="Freeform 11">
              <a:extLst>
                <a:ext uri="{FF2B5EF4-FFF2-40B4-BE49-F238E27FC236}">
                  <a16:creationId xmlns:a16="http://schemas.microsoft.com/office/drawing/2014/main" id="{6DFE4A75-E25B-F273-B0D1-82FB23B24B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pic>
        <p:nvPicPr>
          <p:cNvPr id="12" name="Picture 11">
            <a:extLst>
              <a:ext uri="{FF2B5EF4-FFF2-40B4-BE49-F238E27FC236}">
                <a16:creationId xmlns:a16="http://schemas.microsoft.com/office/drawing/2014/main" id="{3E538C98-BDF9-F566-A00A-3BFE30DBBD2A}"/>
              </a:ext>
            </a:extLst>
          </p:cNvPr>
          <p:cNvPicPr>
            <a:picLocks noChangeAspect="1"/>
          </p:cNvPicPr>
          <p:nvPr/>
        </p:nvPicPr>
        <p:blipFill>
          <a:blip r:embed="rId3"/>
          <a:srcRect t="1454" b="1454"/>
          <a:stretch/>
        </p:blipFill>
        <p:spPr>
          <a:xfrm>
            <a:off x="20" y="10"/>
            <a:ext cx="9143980" cy="6857990"/>
          </a:xfrm>
          <a:prstGeom prst="rect">
            <a:avLst/>
          </a:prstGeom>
        </p:spPr>
      </p:pic>
    </p:spTree>
    <p:extLst>
      <p:ext uri="{BB962C8B-B14F-4D97-AF65-F5344CB8AC3E}">
        <p14:creationId xmlns:p14="http://schemas.microsoft.com/office/powerpoint/2010/main" val="389531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6B8B6E69-DAD6-B3E5-3E10-EB5914318553}"/>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91E33861-F367-90E3-F44B-72EE13B301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8" name="Freeform 6">
              <a:extLst>
                <a:ext uri="{FF2B5EF4-FFF2-40B4-BE49-F238E27FC236}">
                  <a16:creationId xmlns:a16="http://schemas.microsoft.com/office/drawing/2014/main" id="{F06F02DD-06FC-485C-38D5-DC192607E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9" name="Freeform 7">
              <a:extLst>
                <a:ext uri="{FF2B5EF4-FFF2-40B4-BE49-F238E27FC236}">
                  <a16:creationId xmlns:a16="http://schemas.microsoft.com/office/drawing/2014/main" id="{7541CA64-4359-FBAE-6452-F27A793D95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0" name="Freeform 8">
              <a:extLst>
                <a:ext uri="{FF2B5EF4-FFF2-40B4-BE49-F238E27FC236}">
                  <a16:creationId xmlns:a16="http://schemas.microsoft.com/office/drawing/2014/main" id="{36FF3209-83C3-2575-66C6-A08C7D0172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1" name="Freeform 9">
              <a:extLst>
                <a:ext uri="{FF2B5EF4-FFF2-40B4-BE49-F238E27FC236}">
                  <a16:creationId xmlns:a16="http://schemas.microsoft.com/office/drawing/2014/main" id="{13FCC2B2-4608-6EA4-E288-4B061B80F0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2" name="Freeform 10">
              <a:extLst>
                <a:ext uri="{FF2B5EF4-FFF2-40B4-BE49-F238E27FC236}">
                  <a16:creationId xmlns:a16="http://schemas.microsoft.com/office/drawing/2014/main" id="{E168DFF0-9BD0-8EAD-5852-F037E977F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63" name="Freeform 11">
              <a:extLst>
                <a:ext uri="{FF2B5EF4-FFF2-40B4-BE49-F238E27FC236}">
                  <a16:creationId xmlns:a16="http://schemas.microsoft.com/office/drawing/2014/main" id="{3705EBE0-197B-48A1-E203-A5D4301199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pic>
        <p:nvPicPr>
          <p:cNvPr id="12" name="Picture 11">
            <a:extLst>
              <a:ext uri="{FF2B5EF4-FFF2-40B4-BE49-F238E27FC236}">
                <a16:creationId xmlns:a16="http://schemas.microsoft.com/office/drawing/2014/main" id="{D14482E9-DFCB-6BE3-2EF0-9601F3955168}"/>
              </a:ext>
            </a:extLst>
          </p:cNvPr>
          <p:cNvPicPr>
            <a:picLocks noChangeAspect="1"/>
          </p:cNvPicPr>
          <p:nvPr/>
        </p:nvPicPr>
        <p:blipFill>
          <a:blip r:embed="rId3"/>
          <a:srcRect t="1454" b="1454"/>
          <a:stretch/>
        </p:blipFill>
        <p:spPr>
          <a:xfrm>
            <a:off x="20" y="10"/>
            <a:ext cx="9143980" cy="6857990"/>
          </a:xfrm>
          <a:prstGeom prst="rect">
            <a:avLst/>
          </a:prstGeom>
        </p:spPr>
      </p:pic>
    </p:spTree>
    <p:extLst>
      <p:ext uri="{BB962C8B-B14F-4D97-AF65-F5344CB8AC3E}">
        <p14:creationId xmlns:p14="http://schemas.microsoft.com/office/powerpoint/2010/main" val="2012988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B3F0040B-F983-66FD-209B-5391A113C37B}"/>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0472EB1D-DD32-35DE-DC21-507ADA2A7C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109" y="0"/>
            <a:ext cx="1827609" cy="6858001"/>
            <a:chOff x="1320800" y="0"/>
            <a:chExt cx="2436813" cy="6858001"/>
          </a:xfrm>
        </p:grpSpPr>
        <p:sp>
          <p:nvSpPr>
            <p:cNvPr id="58" name="Freeform 6">
              <a:extLst>
                <a:ext uri="{FF2B5EF4-FFF2-40B4-BE49-F238E27FC236}">
                  <a16:creationId xmlns:a16="http://schemas.microsoft.com/office/drawing/2014/main" id="{264F6FAB-04D4-E3D2-D641-71314D1B0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59" name="Freeform 7">
              <a:extLst>
                <a:ext uri="{FF2B5EF4-FFF2-40B4-BE49-F238E27FC236}">
                  <a16:creationId xmlns:a16="http://schemas.microsoft.com/office/drawing/2014/main" id="{D82155ED-CBED-0364-7EB7-7EB848FE7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60" name="Freeform 8">
              <a:extLst>
                <a:ext uri="{FF2B5EF4-FFF2-40B4-BE49-F238E27FC236}">
                  <a16:creationId xmlns:a16="http://schemas.microsoft.com/office/drawing/2014/main" id="{A63FC521-5CB6-755D-2870-49ABC791ED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61" name="Freeform 9">
              <a:extLst>
                <a:ext uri="{FF2B5EF4-FFF2-40B4-BE49-F238E27FC236}">
                  <a16:creationId xmlns:a16="http://schemas.microsoft.com/office/drawing/2014/main" id="{4BD5ED37-63A8-8B48-6333-4755D38F40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62" name="Freeform 10">
              <a:extLst>
                <a:ext uri="{FF2B5EF4-FFF2-40B4-BE49-F238E27FC236}">
                  <a16:creationId xmlns:a16="http://schemas.microsoft.com/office/drawing/2014/main" id="{0207D92F-3FD0-043E-ABD2-3BB8C0447B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63" name="Freeform 11">
              <a:extLst>
                <a:ext uri="{FF2B5EF4-FFF2-40B4-BE49-F238E27FC236}">
                  <a16:creationId xmlns:a16="http://schemas.microsoft.com/office/drawing/2014/main" id="{51432E74-F1D9-E75D-E9D0-70AEF49BD5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pic>
        <p:nvPicPr>
          <p:cNvPr id="12" name="Picture 11">
            <a:extLst>
              <a:ext uri="{FF2B5EF4-FFF2-40B4-BE49-F238E27FC236}">
                <a16:creationId xmlns:a16="http://schemas.microsoft.com/office/drawing/2014/main" id="{8D255504-2234-8D85-CAAA-F7F880CE503F}"/>
              </a:ext>
            </a:extLst>
          </p:cNvPr>
          <p:cNvPicPr>
            <a:picLocks noChangeAspect="1"/>
          </p:cNvPicPr>
          <p:nvPr/>
        </p:nvPicPr>
        <p:blipFill>
          <a:blip r:embed="rId3"/>
          <a:srcRect t="1454" b="1454"/>
          <a:stretch/>
        </p:blipFill>
        <p:spPr>
          <a:xfrm>
            <a:off x="20" y="10"/>
            <a:ext cx="9143980" cy="6857990"/>
          </a:xfrm>
          <a:prstGeom prst="rect">
            <a:avLst/>
          </a:prstGeom>
        </p:spPr>
      </p:pic>
    </p:spTree>
    <p:extLst>
      <p:ext uri="{BB962C8B-B14F-4D97-AF65-F5344CB8AC3E}">
        <p14:creationId xmlns:p14="http://schemas.microsoft.com/office/powerpoint/2010/main" val="24939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C616B3DC-C165-433D-9187-62DCC0E317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21" name="Freeform 6">
              <a:extLst>
                <a:ext uri="{FF2B5EF4-FFF2-40B4-BE49-F238E27FC236}">
                  <a16:creationId xmlns:a16="http://schemas.microsoft.com/office/drawing/2014/main" id="{97E1BF84-9824-4B0E-98DF-F0F7181DD0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2" name="Freeform 7">
              <a:extLst>
                <a:ext uri="{FF2B5EF4-FFF2-40B4-BE49-F238E27FC236}">
                  <a16:creationId xmlns:a16="http://schemas.microsoft.com/office/drawing/2014/main" id="{A85FA340-7392-4303-9707-A12F45A46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30" name="Freeform 9">
              <a:extLst>
                <a:ext uri="{FF2B5EF4-FFF2-40B4-BE49-F238E27FC236}">
                  <a16:creationId xmlns:a16="http://schemas.microsoft.com/office/drawing/2014/main" id="{758A9051-2BD9-4868-8B84-344752FA2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32" name="Freeform 10">
              <a:extLst>
                <a:ext uri="{FF2B5EF4-FFF2-40B4-BE49-F238E27FC236}">
                  <a16:creationId xmlns:a16="http://schemas.microsoft.com/office/drawing/2014/main" id="{58264C49-3539-4CBD-8F11-1106C8B878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40" name="Freeform 11">
              <a:extLst>
                <a:ext uri="{FF2B5EF4-FFF2-40B4-BE49-F238E27FC236}">
                  <a16:creationId xmlns:a16="http://schemas.microsoft.com/office/drawing/2014/main" id="{DE862133-5C7E-4B32-9786-0B33BC51A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42" name="Freeform 12">
              <a:extLst>
                <a:ext uri="{FF2B5EF4-FFF2-40B4-BE49-F238E27FC236}">
                  <a16:creationId xmlns:a16="http://schemas.microsoft.com/office/drawing/2014/main" id="{90925F6C-DF03-4707-9176-6049F049B5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useBgFill="1">
        <p:nvSpPr>
          <p:cNvPr id="43" name="Rectangle 42">
            <a:extLst>
              <a:ext uri="{FF2B5EF4-FFF2-40B4-BE49-F238E27FC236}">
                <a16:creationId xmlns:a16="http://schemas.microsoft.com/office/drawing/2014/main" id="{A6073935-E043-4801-AF06-06093A914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31306" y="648930"/>
            <a:ext cx="2595961" cy="3347337"/>
          </a:xfrm>
        </p:spPr>
        <p:txBody>
          <a:bodyPr vert="horz" lIns="91440" tIns="45720" rIns="91440" bIns="45720" rtlCol="0" anchor="b">
            <a:normAutofit/>
          </a:bodyPr>
          <a:lstStyle/>
          <a:p>
            <a:pPr algn="r"/>
            <a:r>
              <a:rPr lang="en-US" sz="4200"/>
              <a:t>Analysis: Exposed Parcel Count</a:t>
            </a:r>
          </a:p>
        </p:txBody>
      </p:sp>
      <p:sp>
        <p:nvSpPr>
          <p:cNvPr id="3" name="Content Placeholder 2"/>
          <p:cNvSpPr>
            <a:spLocks noGrp="1"/>
          </p:cNvSpPr>
          <p:nvPr>
            <p:ph idx="1"/>
          </p:nvPr>
        </p:nvSpPr>
        <p:spPr>
          <a:xfrm>
            <a:off x="6031306" y="3996267"/>
            <a:ext cx="2595961" cy="1887008"/>
          </a:xfrm>
        </p:spPr>
        <p:txBody>
          <a:bodyPr vert="horz" lIns="91440" tIns="45720" rIns="91440" bIns="45720" rtlCol="0" anchor="t">
            <a:normAutofit/>
          </a:bodyPr>
          <a:lstStyle/>
          <a:p>
            <a:pPr marL="0" indent="0" algn="r">
              <a:buNone/>
            </a:pPr>
            <a:r>
              <a:rPr lang="en-US" sz="1600"/>
              <a:t>Total of </a:t>
            </a:r>
            <a:r>
              <a:rPr lang="en-US" sz="1600" i="1"/>
              <a:t>unique</a:t>
            </a:r>
            <a:r>
              <a:rPr lang="en-US" sz="1600"/>
              <a:t> Parcels in Flood Hazard Zones: 436,650</a:t>
            </a:r>
          </a:p>
        </p:txBody>
      </p:sp>
      <p:grpSp>
        <p:nvGrpSpPr>
          <p:cNvPr id="44" name="Group 43">
            <a:extLst>
              <a:ext uri="{FF2B5EF4-FFF2-40B4-BE49-F238E27FC236}">
                <a16:creationId xmlns:a16="http://schemas.microsoft.com/office/drawing/2014/main" id="{8AC26FF4-D6F9-4A94-A837-D051A101ED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5036" y="-4763"/>
            <a:ext cx="3761187" cy="6862763"/>
            <a:chOff x="2928938" y="-4763"/>
            <a:chExt cx="5014912" cy="6862763"/>
          </a:xfrm>
        </p:grpSpPr>
        <p:sp>
          <p:nvSpPr>
            <p:cNvPr id="45" name="Freeform 6">
              <a:extLst>
                <a:ext uri="{FF2B5EF4-FFF2-40B4-BE49-F238E27FC236}">
                  <a16:creationId xmlns:a16="http://schemas.microsoft.com/office/drawing/2014/main" id="{EFFE501B-F9EC-4229-99D6-F39E38A71B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46" name="Freeform 7">
              <a:extLst>
                <a:ext uri="{FF2B5EF4-FFF2-40B4-BE49-F238E27FC236}">
                  <a16:creationId xmlns:a16="http://schemas.microsoft.com/office/drawing/2014/main" id="{B064C6A0-3DE4-4F4A-B650-78A628163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47" name="Freeform 25">
              <a:extLst>
                <a:ext uri="{FF2B5EF4-FFF2-40B4-BE49-F238E27FC236}">
                  <a16:creationId xmlns:a16="http://schemas.microsoft.com/office/drawing/2014/main" id="{43CD3E83-3D0D-40EE-B1A2-9C989EBF2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48" name="Freeform 26">
              <a:extLst>
                <a:ext uri="{FF2B5EF4-FFF2-40B4-BE49-F238E27FC236}">
                  <a16:creationId xmlns:a16="http://schemas.microsoft.com/office/drawing/2014/main" id="{71553909-760D-4B98-96A4-F9F48339AF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49" name="Freeform 27">
              <a:extLst>
                <a:ext uri="{FF2B5EF4-FFF2-40B4-BE49-F238E27FC236}">
                  <a16:creationId xmlns:a16="http://schemas.microsoft.com/office/drawing/2014/main" id="{1F006A6C-F843-49BC-AC84-89BD2AF58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50" name="Freeform 28">
              <a:extLst>
                <a:ext uri="{FF2B5EF4-FFF2-40B4-BE49-F238E27FC236}">
                  <a16:creationId xmlns:a16="http://schemas.microsoft.com/office/drawing/2014/main" id="{62AEE6F3-16F4-4944-8459-4D5EEA341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51" name="Rounded Rectangle 16">
            <a:extLst>
              <a:ext uri="{FF2B5EF4-FFF2-40B4-BE49-F238E27FC236}">
                <a16:creationId xmlns:a16="http://schemas.microsoft.com/office/drawing/2014/main" id="{8D6B9972-4A81-4223-9901-0E559A1D5E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2519" y="648931"/>
            <a:ext cx="5140825"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E541D2C2-FDAF-0D0D-084D-BF5899E5BD48}"/>
              </a:ext>
            </a:extLst>
          </p:cNvPr>
          <p:cNvGraphicFramePr>
            <a:graphicFrameLocks noGrp="1"/>
          </p:cNvGraphicFramePr>
          <p:nvPr>
            <p:extLst>
              <p:ext uri="{D42A27DB-BD31-4B8C-83A1-F6EECF244321}">
                <p14:modId xmlns:p14="http://schemas.microsoft.com/office/powerpoint/2010/main" val="3701648529"/>
              </p:ext>
            </p:extLst>
          </p:nvPr>
        </p:nvGraphicFramePr>
        <p:xfrm>
          <a:off x="733162" y="1953079"/>
          <a:ext cx="4652085" cy="2664080"/>
        </p:xfrm>
        <a:graphic>
          <a:graphicData uri="http://schemas.openxmlformats.org/drawingml/2006/table">
            <a:tbl>
              <a:tblPr firstRow="1" bandRow="1">
                <a:solidFill>
                  <a:schemeClr val="bg1"/>
                </a:solidFill>
                <a:tableStyleId>{5C22544A-7EE6-4342-B048-85BDC9FD1C3A}</a:tableStyleId>
              </a:tblPr>
              <a:tblGrid>
                <a:gridCol w="1805444">
                  <a:extLst>
                    <a:ext uri="{9D8B030D-6E8A-4147-A177-3AD203B41FA5}">
                      <a16:colId xmlns:a16="http://schemas.microsoft.com/office/drawing/2014/main" val="3219144522"/>
                    </a:ext>
                  </a:extLst>
                </a:gridCol>
                <a:gridCol w="1258165">
                  <a:extLst>
                    <a:ext uri="{9D8B030D-6E8A-4147-A177-3AD203B41FA5}">
                      <a16:colId xmlns:a16="http://schemas.microsoft.com/office/drawing/2014/main" val="2146560393"/>
                    </a:ext>
                  </a:extLst>
                </a:gridCol>
                <a:gridCol w="1588476">
                  <a:extLst>
                    <a:ext uri="{9D8B030D-6E8A-4147-A177-3AD203B41FA5}">
                      <a16:colId xmlns:a16="http://schemas.microsoft.com/office/drawing/2014/main" val="3763347738"/>
                    </a:ext>
                  </a:extLst>
                </a:gridCol>
              </a:tblGrid>
              <a:tr h="533896">
                <a:tc>
                  <a:txBody>
                    <a:bodyPr/>
                    <a:lstStyle/>
                    <a:p>
                      <a:pPr algn="ctr"/>
                      <a:r>
                        <a:rPr lang="en-US" sz="1700" b="0" cap="none" spc="0">
                          <a:solidFill>
                            <a:schemeClr val="bg1"/>
                          </a:solidFill>
                        </a:rPr>
                        <a:t>Characteristic</a:t>
                      </a:r>
                    </a:p>
                  </a:txBody>
                  <a:tcPr marL="151022" marR="175798" marT="116171" marB="116171"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pPr algn="ctr"/>
                      <a:r>
                        <a:rPr lang="en-US" sz="1700" b="0" cap="none" spc="0">
                          <a:solidFill>
                            <a:schemeClr val="bg1"/>
                          </a:solidFill>
                        </a:rPr>
                        <a:t>Count</a:t>
                      </a:r>
                    </a:p>
                  </a:txBody>
                  <a:tcPr marL="151022" marR="175798" marT="116171" marB="116171" anchor="ctr">
                    <a:lnL w="12700" cmpd="sng">
                      <a:noFill/>
                    </a:lnL>
                    <a:lnR w="12700" cmpd="sng">
                      <a:noFill/>
                    </a:lnR>
                    <a:lnT w="19050" cap="flat" cmpd="sng" algn="ctr">
                      <a:solidFill>
                        <a:schemeClr val="tx1"/>
                      </a:solidFill>
                      <a:prstDash val="solid"/>
                    </a:lnT>
                    <a:lnB w="38100" cmpd="sng">
                      <a:noFill/>
                    </a:lnB>
                    <a:solidFill>
                      <a:schemeClr val="tx1"/>
                    </a:solidFill>
                  </a:tcPr>
                </a:tc>
                <a:tc>
                  <a:txBody>
                    <a:bodyPr/>
                    <a:lstStyle/>
                    <a:p>
                      <a:pPr algn="ctr"/>
                      <a:r>
                        <a:rPr lang="en-US" sz="1700" b="0" cap="none" spc="0">
                          <a:solidFill>
                            <a:schemeClr val="bg1"/>
                          </a:solidFill>
                        </a:rPr>
                        <a:t>Percentage</a:t>
                      </a:r>
                    </a:p>
                  </a:txBody>
                  <a:tcPr marL="151022" marR="175798" marT="116171" marB="116171"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1869871019"/>
                  </a:ext>
                </a:extLst>
              </a:tr>
              <a:tr h="798144">
                <a:tc>
                  <a:txBody>
                    <a:bodyPr/>
                    <a:lstStyle/>
                    <a:p>
                      <a:pPr algn="l"/>
                      <a:r>
                        <a:rPr lang="en-US" sz="1700" cap="none" spc="0">
                          <a:solidFill>
                            <a:schemeClr val="tx1"/>
                          </a:solidFill>
                        </a:rPr>
                        <a:t>Parcels in Flood Zones</a:t>
                      </a:r>
                    </a:p>
                  </a:txBody>
                  <a:tcPr marL="151022" marR="175798" marT="116171" marB="116171">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gn="ctr"/>
                      <a:r>
                        <a:rPr lang="en-US" sz="1700" cap="none" spc="0">
                          <a:solidFill>
                            <a:schemeClr val="tx1"/>
                          </a:solidFill>
                        </a:rPr>
                        <a:t>166,970</a:t>
                      </a:r>
                    </a:p>
                  </a:txBody>
                  <a:tcPr marL="151022" marR="175798" marT="116171" marB="116171">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tc>
                  <a:txBody>
                    <a:bodyPr/>
                    <a:lstStyle/>
                    <a:p>
                      <a:pPr algn="ctr"/>
                      <a:r>
                        <a:rPr lang="en-US" sz="1700" cap="none" spc="0">
                          <a:solidFill>
                            <a:schemeClr val="tx1"/>
                          </a:solidFill>
                        </a:rPr>
                        <a:t>38.24%</a:t>
                      </a:r>
                    </a:p>
                  </a:txBody>
                  <a:tcPr marL="151022" marR="175798" marT="116171" marB="116171">
                    <a:lnL w="19050" cap="flat" cmpd="sng" algn="ctr">
                      <a:solidFill>
                        <a:schemeClr val="tx1"/>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720053100"/>
                  </a:ext>
                </a:extLst>
              </a:tr>
              <a:tr h="533896">
                <a:tc>
                  <a:txBody>
                    <a:bodyPr/>
                    <a:lstStyle/>
                    <a:p>
                      <a:pPr algn="l"/>
                      <a:r>
                        <a:rPr lang="en-US" sz="1700" cap="none" spc="0">
                          <a:solidFill>
                            <a:schemeClr val="tx1"/>
                          </a:solidFill>
                        </a:rPr>
                        <a:t>Private parcels</a:t>
                      </a:r>
                    </a:p>
                  </a:txBody>
                  <a:tcPr marL="151022" marR="175798" marT="116171" marB="116171">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r>
                        <a:rPr lang="en-US" sz="1700" cap="none" spc="0">
                          <a:solidFill>
                            <a:schemeClr val="tx1"/>
                          </a:solidFill>
                        </a:rPr>
                        <a:t>166,116</a:t>
                      </a:r>
                    </a:p>
                  </a:txBody>
                  <a:tcPr marL="151022" marR="175798" marT="116171" marB="116171">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pPr algn="ctr"/>
                      <a:r>
                        <a:rPr lang="en-US" sz="1700" cap="none" spc="0">
                          <a:solidFill>
                            <a:schemeClr val="tx1"/>
                          </a:solidFill>
                        </a:rPr>
                        <a:t>38.04%</a:t>
                      </a:r>
                    </a:p>
                  </a:txBody>
                  <a:tcPr marL="151022" marR="175798" marT="116171" marB="116171">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3167693095"/>
                  </a:ext>
                </a:extLst>
              </a:tr>
              <a:tr h="798144">
                <a:tc>
                  <a:txBody>
                    <a:bodyPr/>
                    <a:lstStyle/>
                    <a:p>
                      <a:pPr algn="l"/>
                      <a:r>
                        <a:rPr lang="en-US" sz="1700" cap="none" spc="0">
                          <a:solidFill>
                            <a:schemeClr val="tx1"/>
                          </a:solidFill>
                        </a:rPr>
                        <a:t>County-owned parcels</a:t>
                      </a:r>
                    </a:p>
                  </a:txBody>
                  <a:tcPr marL="151022" marR="175798" marT="116171" marB="116171">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lgn="ctr"/>
                      <a:r>
                        <a:rPr lang="en-US" sz="1700" cap="none" spc="0">
                          <a:solidFill>
                            <a:schemeClr val="tx1"/>
                          </a:solidFill>
                        </a:rPr>
                        <a:t>854</a:t>
                      </a:r>
                    </a:p>
                  </a:txBody>
                  <a:tcPr marL="151022" marR="175798" marT="116171" marB="116171">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tc>
                  <a:txBody>
                    <a:bodyPr/>
                    <a:lstStyle/>
                    <a:p>
                      <a:pPr algn="ctr"/>
                      <a:r>
                        <a:rPr lang="en-US" sz="1700" cap="none" spc="0">
                          <a:solidFill>
                            <a:schemeClr val="tx1"/>
                          </a:solidFill>
                        </a:rPr>
                        <a:t>0.19%</a:t>
                      </a:r>
                    </a:p>
                  </a:txBody>
                  <a:tcPr marL="151022" marR="175798" marT="116171" marB="116171">
                    <a:lnL w="19050" cap="flat" cmpd="sng" algn="ctr">
                      <a:solidFill>
                        <a:schemeClr val="tx1"/>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195454029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C616B3DC-C165-433D-9187-62DCC0E317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27" name="Freeform 6">
              <a:extLst>
                <a:ext uri="{FF2B5EF4-FFF2-40B4-BE49-F238E27FC236}">
                  <a16:creationId xmlns:a16="http://schemas.microsoft.com/office/drawing/2014/main" id="{97E1BF84-9824-4B0E-98DF-F0F7181DD0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8" name="Freeform 7">
              <a:extLst>
                <a:ext uri="{FF2B5EF4-FFF2-40B4-BE49-F238E27FC236}">
                  <a16:creationId xmlns:a16="http://schemas.microsoft.com/office/drawing/2014/main" id="{A85FA340-7392-4303-9707-A12F45A46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9" name="Freeform 9">
              <a:extLst>
                <a:ext uri="{FF2B5EF4-FFF2-40B4-BE49-F238E27FC236}">
                  <a16:creationId xmlns:a16="http://schemas.microsoft.com/office/drawing/2014/main" id="{758A9051-2BD9-4868-8B84-344752FA2F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30" name="Freeform 10">
              <a:extLst>
                <a:ext uri="{FF2B5EF4-FFF2-40B4-BE49-F238E27FC236}">
                  <a16:creationId xmlns:a16="http://schemas.microsoft.com/office/drawing/2014/main" id="{58264C49-3539-4CBD-8F11-1106C8B878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31" name="Freeform 11">
              <a:extLst>
                <a:ext uri="{FF2B5EF4-FFF2-40B4-BE49-F238E27FC236}">
                  <a16:creationId xmlns:a16="http://schemas.microsoft.com/office/drawing/2014/main" id="{DE862133-5C7E-4B32-9786-0B33BC51A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32" name="Freeform 12">
              <a:extLst>
                <a:ext uri="{FF2B5EF4-FFF2-40B4-BE49-F238E27FC236}">
                  <a16:creationId xmlns:a16="http://schemas.microsoft.com/office/drawing/2014/main" id="{90925F6C-DF03-4707-9176-6049F049B5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useBgFill="1">
        <p:nvSpPr>
          <p:cNvPr id="34" name="Rectangle 33">
            <a:extLst>
              <a:ext uri="{FF2B5EF4-FFF2-40B4-BE49-F238E27FC236}">
                <a16:creationId xmlns:a16="http://schemas.microsoft.com/office/drawing/2014/main" id="{A6073935-E043-4801-AF06-06093A914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31306" y="648930"/>
            <a:ext cx="2595961" cy="3347337"/>
          </a:xfrm>
        </p:spPr>
        <p:txBody>
          <a:bodyPr vert="horz" lIns="91440" tIns="45720" rIns="91440" bIns="45720" rtlCol="0" anchor="b">
            <a:normAutofit/>
          </a:bodyPr>
          <a:lstStyle/>
          <a:p>
            <a:pPr algn="r"/>
            <a:r>
              <a:rPr lang="en-US" sz="4200"/>
              <a:t>Analysis: Property Value at Risk</a:t>
            </a:r>
          </a:p>
        </p:txBody>
      </p:sp>
      <p:sp>
        <p:nvSpPr>
          <p:cNvPr id="8" name="Content Placeholder 2">
            <a:extLst>
              <a:ext uri="{FF2B5EF4-FFF2-40B4-BE49-F238E27FC236}">
                <a16:creationId xmlns:a16="http://schemas.microsoft.com/office/drawing/2014/main" id="{8138040A-7BDA-D67B-3BF7-5FFAF0B7CAB2}"/>
              </a:ext>
            </a:extLst>
          </p:cNvPr>
          <p:cNvSpPr>
            <a:spLocks noGrp="1"/>
          </p:cNvSpPr>
          <p:nvPr>
            <p:ph idx="1"/>
          </p:nvPr>
        </p:nvSpPr>
        <p:spPr>
          <a:xfrm>
            <a:off x="6031306" y="3996267"/>
            <a:ext cx="2595961" cy="1887008"/>
          </a:xfrm>
        </p:spPr>
        <p:txBody>
          <a:bodyPr vert="horz" lIns="91440" tIns="45720" rIns="91440" bIns="45720" rtlCol="0" anchor="t">
            <a:normAutofit/>
          </a:bodyPr>
          <a:lstStyle/>
          <a:p>
            <a:pPr marL="0" indent="0" algn="r">
              <a:buNone/>
            </a:pPr>
            <a:r>
              <a:rPr lang="en-US" sz="1600"/>
              <a:t>Total property value at risk: $124,186,644,186</a:t>
            </a:r>
          </a:p>
        </p:txBody>
      </p:sp>
      <p:grpSp>
        <p:nvGrpSpPr>
          <p:cNvPr id="36" name="Group 35">
            <a:extLst>
              <a:ext uri="{FF2B5EF4-FFF2-40B4-BE49-F238E27FC236}">
                <a16:creationId xmlns:a16="http://schemas.microsoft.com/office/drawing/2014/main" id="{8AC26FF4-D6F9-4A94-A837-D051A101ED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5036" y="-4763"/>
            <a:ext cx="3761187" cy="6862763"/>
            <a:chOff x="2928938" y="-4763"/>
            <a:chExt cx="5014912" cy="6862763"/>
          </a:xfrm>
        </p:grpSpPr>
        <p:sp>
          <p:nvSpPr>
            <p:cNvPr id="37" name="Freeform 6">
              <a:extLst>
                <a:ext uri="{FF2B5EF4-FFF2-40B4-BE49-F238E27FC236}">
                  <a16:creationId xmlns:a16="http://schemas.microsoft.com/office/drawing/2014/main" id="{EFFE501B-F9EC-4229-99D6-F39E38A71B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38" name="Freeform 7">
              <a:extLst>
                <a:ext uri="{FF2B5EF4-FFF2-40B4-BE49-F238E27FC236}">
                  <a16:creationId xmlns:a16="http://schemas.microsoft.com/office/drawing/2014/main" id="{B064C6A0-3DE4-4F4A-B650-78A628163E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39" name="Freeform 25">
              <a:extLst>
                <a:ext uri="{FF2B5EF4-FFF2-40B4-BE49-F238E27FC236}">
                  <a16:creationId xmlns:a16="http://schemas.microsoft.com/office/drawing/2014/main" id="{43CD3E83-3D0D-40EE-B1A2-9C989EBF28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40" name="Freeform 26">
              <a:extLst>
                <a:ext uri="{FF2B5EF4-FFF2-40B4-BE49-F238E27FC236}">
                  <a16:creationId xmlns:a16="http://schemas.microsoft.com/office/drawing/2014/main" id="{71553909-760D-4B98-96A4-F9F48339AF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41" name="Freeform 27">
              <a:extLst>
                <a:ext uri="{FF2B5EF4-FFF2-40B4-BE49-F238E27FC236}">
                  <a16:creationId xmlns:a16="http://schemas.microsoft.com/office/drawing/2014/main" id="{1F006A6C-F843-49BC-AC84-89BD2AF58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42" name="Freeform 28">
              <a:extLst>
                <a:ext uri="{FF2B5EF4-FFF2-40B4-BE49-F238E27FC236}">
                  <a16:creationId xmlns:a16="http://schemas.microsoft.com/office/drawing/2014/main" id="{62AEE6F3-16F4-4944-8459-4D5EEA341D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44" name="Rounded Rectangle 16">
            <a:extLst>
              <a:ext uri="{FF2B5EF4-FFF2-40B4-BE49-F238E27FC236}">
                <a16:creationId xmlns:a16="http://schemas.microsoft.com/office/drawing/2014/main" id="{8D6B9972-4A81-4223-9901-0E559A1D5E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2519" y="648931"/>
            <a:ext cx="5140825" cy="5231964"/>
          </a:xfrm>
          <a:prstGeom prst="roundRect">
            <a:avLst>
              <a:gd name="adj" fmla="val 4834"/>
            </a:avLst>
          </a:prstGeom>
          <a:solidFill>
            <a:schemeClr val="bg1"/>
          </a:solid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00FFCAC9-FE4B-183D-6F01-69B57DE9D186}"/>
              </a:ext>
            </a:extLst>
          </p:cNvPr>
          <p:cNvGraphicFramePr>
            <a:graphicFrameLocks noGrp="1"/>
          </p:cNvGraphicFramePr>
          <p:nvPr>
            <p:extLst>
              <p:ext uri="{D42A27DB-BD31-4B8C-83A1-F6EECF244321}">
                <p14:modId xmlns:p14="http://schemas.microsoft.com/office/powerpoint/2010/main" val="3677887090"/>
              </p:ext>
            </p:extLst>
          </p:nvPr>
        </p:nvGraphicFramePr>
        <p:xfrm>
          <a:off x="913424" y="1011765"/>
          <a:ext cx="4291560" cy="4546713"/>
        </p:xfrm>
        <a:graphic>
          <a:graphicData uri="http://schemas.openxmlformats.org/drawingml/2006/table">
            <a:tbl>
              <a:tblPr firstRow="1" bandRow="1">
                <a:noFill/>
                <a:tableStyleId>{3B4B98B0-60AC-42C2-AFA5-B58CD77FA1E5}</a:tableStyleId>
              </a:tblPr>
              <a:tblGrid>
                <a:gridCol w="946475">
                  <a:extLst>
                    <a:ext uri="{9D8B030D-6E8A-4147-A177-3AD203B41FA5}">
                      <a16:colId xmlns:a16="http://schemas.microsoft.com/office/drawing/2014/main" val="2514964619"/>
                    </a:ext>
                  </a:extLst>
                </a:gridCol>
                <a:gridCol w="1067486">
                  <a:extLst>
                    <a:ext uri="{9D8B030D-6E8A-4147-A177-3AD203B41FA5}">
                      <a16:colId xmlns:a16="http://schemas.microsoft.com/office/drawing/2014/main" val="3431720480"/>
                    </a:ext>
                  </a:extLst>
                </a:gridCol>
                <a:gridCol w="2277599">
                  <a:extLst>
                    <a:ext uri="{9D8B030D-6E8A-4147-A177-3AD203B41FA5}">
                      <a16:colId xmlns:a16="http://schemas.microsoft.com/office/drawing/2014/main" val="2517444003"/>
                    </a:ext>
                  </a:extLst>
                </a:gridCol>
              </a:tblGrid>
              <a:tr h="870243">
                <a:tc>
                  <a:txBody>
                    <a:bodyPr/>
                    <a:lstStyle/>
                    <a:p>
                      <a:pPr algn="ctr"/>
                      <a:r>
                        <a:rPr lang="en-US" sz="1900" b="1" cap="none" spc="0">
                          <a:solidFill>
                            <a:schemeClr val="bg1"/>
                          </a:solidFill>
                        </a:rPr>
                        <a:t>Flood Zone</a:t>
                      </a:r>
                      <a:endParaRPr lang="en-US" sz="1900" b="1" cap="none" spc="0">
                        <a:solidFill>
                          <a:schemeClr val="bg1"/>
                        </a:solidFill>
                        <a:latin typeface="+mn-lt"/>
                      </a:endParaRPr>
                    </a:p>
                  </a:txBody>
                  <a:tcPr marL="88446" marR="63176" marT="126351" marB="126351" anchor="ctr">
                    <a:lnL w="12700" cmpd="sng">
                      <a:noFill/>
                    </a:lnL>
                    <a:lnR w="12700" cmpd="sng">
                      <a:noFill/>
                    </a:lnR>
                    <a:lnT w="19050" cap="flat" cmpd="sng" algn="ctr">
                      <a:noFill/>
                      <a:prstDash val="solid"/>
                    </a:lnT>
                    <a:lnB w="38100" cmpd="sng">
                      <a:noFill/>
                    </a:lnB>
                    <a:solidFill>
                      <a:schemeClr val="tx1"/>
                    </a:solidFill>
                  </a:tcPr>
                </a:tc>
                <a:tc>
                  <a:txBody>
                    <a:bodyPr/>
                    <a:lstStyle/>
                    <a:p>
                      <a:pPr algn="ctr"/>
                      <a:r>
                        <a:rPr lang="en-US" sz="1900" b="1" cap="none" spc="0">
                          <a:solidFill>
                            <a:schemeClr val="bg1"/>
                          </a:solidFill>
                        </a:rPr>
                        <a:t>Count</a:t>
                      </a:r>
                      <a:endParaRPr lang="en-US" sz="1900" b="1" cap="none" spc="0">
                        <a:solidFill>
                          <a:schemeClr val="bg1"/>
                        </a:solidFill>
                        <a:latin typeface="+mn-lt"/>
                      </a:endParaRPr>
                    </a:p>
                  </a:txBody>
                  <a:tcPr marL="88446" marR="63176" marT="126351" marB="126351" anchor="ctr">
                    <a:lnL w="12700" cmpd="sng">
                      <a:noFill/>
                    </a:lnL>
                    <a:lnR w="12700" cmpd="sng">
                      <a:noFill/>
                    </a:lnR>
                    <a:lnT w="19050" cap="flat" cmpd="sng" algn="ctr">
                      <a:noFill/>
                      <a:prstDash val="solid"/>
                    </a:lnT>
                    <a:lnB w="38100" cmpd="sng">
                      <a:noFill/>
                    </a:lnB>
                    <a:solidFill>
                      <a:schemeClr val="tx1"/>
                    </a:solidFill>
                  </a:tcPr>
                </a:tc>
                <a:tc>
                  <a:txBody>
                    <a:bodyPr/>
                    <a:lstStyle/>
                    <a:p>
                      <a:pPr algn="ctr"/>
                      <a:r>
                        <a:rPr lang="en-US" sz="1900" b="1" cap="none" spc="0">
                          <a:solidFill>
                            <a:schemeClr val="bg1"/>
                          </a:solidFill>
                        </a:rPr>
                        <a:t>Value</a:t>
                      </a:r>
                      <a:endParaRPr lang="en-US" sz="1900" b="1" cap="none" spc="0">
                        <a:solidFill>
                          <a:schemeClr val="bg1"/>
                        </a:solidFill>
                        <a:latin typeface="+mn-lt"/>
                      </a:endParaRPr>
                    </a:p>
                  </a:txBody>
                  <a:tcPr marL="88446" marR="63176" marT="126351" marB="126351"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1244244488"/>
                  </a:ext>
                </a:extLst>
              </a:tr>
              <a:tr h="735294">
                <a:tc>
                  <a:txBody>
                    <a:bodyPr/>
                    <a:lstStyle/>
                    <a:p>
                      <a:pPr marL="0" marR="0" algn="ctr">
                        <a:lnSpc>
                          <a:spcPct val="115000"/>
                        </a:lnSpc>
                        <a:spcAft>
                          <a:spcPts val="800"/>
                        </a:spcAft>
                        <a:buNone/>
                      </a:pPr>
                      <a:r>
                        <a:rPr lang="en-US" sz="1700" kern="100" cap="none" spc="0">
                          <a:solidFill>
                            <a:schemeClr val="tx1"/>
                          </a:solidFill>
                          <a:effectLst/>
                        </a:rPr>
                        <a:t>A</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marL="0" marR="0" algn="ctr">
                        <a:lnSpc>
                          <a:spcPct val="115000"/>
                        </a:lnSpc>
                        <a:spcAft>
                          <a:spcPts val="800"/>
                        </a:spcAft>
                        <a:buNone/>
                      </a:pPr>
                      <a:r>
                        <a:rPr lang="en-US" sz="1700" kern="100" cap="none" spc="0">
                          <a:solidFill>
                            <a:schemeClr val="tx1"/>
                          </a:solidFill>
                          <a:effectLst/>
                        </a:rPr>
                        <a:t>8,694</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38100" cmpd="sng">
                      <a:noFill/>
                    </a:lnT>
                    <a:lnB w="12700" cap="flat" cmpd="sng" algn="ctr">
                      <a:solidFill>
                        <a:schemeClr val="tx1"/>
                      </a:solidFill>
                      <a:prstDash val="solid"/>
                    </a:lnB>
                    <a:noFill/>
                  </a:tcPr>
                </a:tc>
                <a:tc>
                  <a:txBody>
                    <a:bodyPr/>
                    <a:lstStyle/>
                    <a:p>
                      <a:pPr marL="0" marR="0" algn="r">
                        <a:lnSpc>
                          <a:spcPct val="115000"/>
                        </a:lnSpc>
                        <a:spcAft>
                          <a:spcPts val="800"/>
                        </a:spcAft>
                        <a:buNone/>
                      </a:pPr>
                      <a:r>
                        <a:rPr lang="en-US" sz="1700" kern="100" cap="none" spc="0">
                          <a:solidFill>
                            <a:schemeClr val="tx1"/>
                          </a:solidFill>
                          <a:effectLst/>
                        </a:rPr>
                        <a:t> $       2,369,591,050.00 </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38100" cmpd="sng">
                      <a:noFill/>
                    </a:lnT>
                    <a:lnB w="12700" cap="flat" cmpd="sng" algn="ctr">
                      <a:solidFill>
                        <a:schemeClr val="tx1"/>
                      </a:solidFill>
                      <a:prstDash val="solid"/>
                    </a:lnB>
                    <a:noFill/>
                  </a:tcPr>
                </a:tc>
                <a:extLst>
                  <a:ext uri="{0D108BD9-81ED-4DB2-BD59-A6C34878D82A}">
                    <a16:rowId xmlns:a16="http://schemas.microsoft.com/office/drawing/2014/main" val="2503908413"/>
                  </a:ext>
                </a:extLst>
              </a:tr>
              <a:tr h="735294">
                <a:tc>
                  <a:txBody>
                    <a:bodyPr/>
                    <a:lstStyle/>
                    <a:p>
                      <a:pPr marL="0" marR="0" algn="ctr">
                        <a:lnSpc>
                          <a:spcPct val="115000"/>
                        </a:lnSpc>
                        <a:spcAft>
                          <a:spcPts val="800"/>
                        </a:spcAft>
                        <a:buNone/>
                      </a:pPr>
                      <a:r>
                        <a:rPr lang="en-US" sz="1700" kern="100" cap="none" spc="0">
                          <a:solidFill>
                            <a:schemeClr val="tx1"/>
                          </a:solidFill>
                          <a:effectLst/>
                        </a:rPr>
                        <a:t>AE</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marL="0" marR="0" algn="ctr">
                        <a:lnSpc>
                          <a:spcPct val="115000"/>
                        </a:lnSpc>
                        <a:spcAft>
                          <a:spcPts val="800"/>
                        </a:spcAft>
                        <a:buNone/>
                      </a:pPr>
                      <a:r>
                        <a:rPr lang="en-US" sz="1700" kern="100" cap="none" spc="0">
                          <a:solidFill>
                            <a:schemeClr val="tx1"/>
                          </a:solidFill>
                          <a:effectLst/>
                        </a:rPr>
                        <a:t>235,360</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115000"/>
                        </a:lnSpc>
                        <a:spcAft>
                          <a:spcPts val="800"/>
                        </a:spcAft>
                        <a:buNone/>
                      </a:pPr>
                      <a:r>
                        <a:rPr lang="en-US" sz="1700" kern="100" cap="none" spc="0">
                          <a:solidFill>
                            <a:schemeClr val="tx1"/>
                          </a:solidFill>
                          <a:effectLst/>
                        </a:rPr>
                        <a:t> $  102,195,849,440.00 </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129580890"/>
                  </a:ext>
                </a:extLst>
              </a:tr>
              <a:tr h="735294">
                <a:tc>
                  <a:txBody>
                    <a:bodyPr/>
                    <a:lstStyle/>
                    <a:p>
                      <a:pPr marL="0" marR="0" algn="ctr">
                        <a:lnSpc>
                          <a:spcPct val="115000"/>
                        </a:lnSpc>
                        <a:spcAft>
                          <a:spcPts val="800"/>
                        </a:spcAft>
                        <a:buNone/>
                      </a:pPr>
                      <a:r>
                        <a:rPr lang="en-US" sz="1700" kern="100" cap="none" spc="0">
                          <a:solidFill>
                            <a:schemeClr val="tx1"/>
                          </a:solidFill>
                          <a:effectLst/>
                        </a:rPr>
                        <a:t>AH</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marL="0" marR="0" algn="ctr">
                        <a:lnSpc>
                          <a:spcPct val="115000"/>
                        </a:lnSpc>
                        <a:spcAft>
                          <a:spcPts val="800"/>
                        </a:spcAft>
                        <a:buNone/>
                      </a:pPr>
                      <a:r>
                        <a:rPr lang="en-US" sz="1700" kern="100" cap="none" spc="0">
                          <a:solidFill>
                            <a:schemeClr val="tx1"/>
                          </a:solidFill>
                          <a:effectLst/>
                        </a:rPr>
                        <a:t>66</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12700" cmpd="sng">
                      <a:noFill/>
                      <a:prstDash val="solid"/>
                    </a:lnT>
                    <a:lnB w="12700" cap="flat" cmpd="sng" algn="ctr">
                      <a:solidFill>
                        <a:schemeClr val="tx1"/>
                      </a:solidFill>
                      <a:prstDash val="solid"/>
                    </a:lnB>
                    <a:noFill/>
                  </a:tcPr>
                </a:tc>
                <a:tc>
                  <a:txBody>
                    <a:bodyPr/>
                    <a:lstStyle/>
                    <a:p>
                      <a:pPr marL="0" marR="0" algn="r">
                        <a:lnSpc>
                          <a:spcPct val="115000"/>
                        </a:lnSpc>
                        <a:spcAft>
                          <a:spcPts val="800"/>
                        </a:spcAft>
                        <a:buNone/>
                      </a:pPr>
                      <a:r>
                        <a:rPr lang="en-US" sz="1700" kern="100" cap="none" spc="0">
                          <a:solidFill>
                            <a:schemeClr val="tx1"/>
                          </a:solidFill>
                          <a:effectLst/>
                        </a:rPr>
                        <a:t> $             10,454,900.00 </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12700" cmpd="sng">
                      <a:noFill/>
                      <a:prstDash val="solid"/>
                    </a:lnT>
                    <a:lnB w="12700" cap="flat" cmpd="sng" algn="ctr">
                      <a:solidFill>
                        <a:schemeClr val="tx1"/>
                      </a:solidFill>
                      <a:prstDash val="solid"/>
                    </a:lnB>
                    <a:noFill/>
                  </a:tcPr>
                </a:tc>
                <a:extLst>
                  <a:ext uri="{0D108BD9-81ED-4DB2-BD59-A6C34878D82A}">
                    <a16:rowId xmlns:a16="http://schemas.microsoft.com/office/drawing/2014/main" val="2104839686"/>
                  </a:ext>
                </a:extLst>
              </a:tr>
              <a:tr h="735294">
                <a:tc>
                  <a:txBody>
                    <a:bodyPr/>
                    <a:lstStyle/>
                    <a:p>
                      <a:pPr marL="0" marR="0" algn="ctr">
                        <a:lnSpc>
                          <a:spcPct val="115000"/>
                        </a:lnSpc>
                        <a:spcAft>
                          <a:spcPts val="800"/>
                        </a:spcAft>
                        <a:buNone/>
                      </a:pPr>
                      <a:r>
                        <a:rPr lang="en-US" sz="1700" kern="100" cap="none" spc="0">
                          <a:solidFill>
                            <a:schemeClr val="tx1"/>
                          </a:solidFill>
                          <a:effectLst/>
                        </a:rPr>
                        <a:t>AO</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marL="0" marR="0" algn="ctr">
                        <a:lnSpc>
                          <a:spcPct val="115000"/>
                        </a:lnSpc>
                        <a:spcAft>
                          <a:spcPts val="800"/>
                        </a:spcAft>
                        <a:buNone/>
                      </a:pPr>
                      <a:r>
                        <a:rPr lang="en-US" sz="1700" kern="100" cap="none" spc="0">
                          <a:solidFill>
                            <a:schemeClr val="tx1"/>
                          </a:solidFill>
                          <a:effectLst/>
                        </a:rPr>
                        <a:t>381</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tc>
                  <a:txBody>
                    <a:bodyPr/>
                    <a:lstStyle/>
                    <a:p>
                      <a:pPr marL="0" marR="0" algn="r">
                        <a:lnSpc>
                          <a:spcPct val="115000"/>
                        </a:lnSpc>
                        <a:spcAft>
                          <a:spcPts val="800"/>
                        </a:spcAft>
                        <a:buNone/>
                      </a:pPr>
                      <a:r>
                        <a:rPr lang="en-US" sz="1700" kern="100" cap="none" spc="0">
                          <a:solidFill>
                            <a:schemeClr val="tx1"/>
                          </a:solidFill>
                          <a:effectLst/>
                        </a:rPr>
                        <a:t> $           413,859,709.00 </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12700"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4031984013"/>
                  </a:ext>
                </a:extLst>
              </a:tr>
              <a:tr h="735294">
                <a:tc>
                  <a:txBody>
                    <a:bodyPr/>
                    <a:lstStyle/>
                    <a:p>
                      <a:pPr marL="0" marR="0" algn="ctr">
                        <a:lnSpc>
                          <a:spcPct val="115000"/>
                        </a:lnSpc>
                        <a:spcAft>
                          <a:spcPts val="800"/>
                        </a:spcAft>
                        <a:buNone/>
                      </a:pPr>
                      <a:r>
                        <a:rPr lang="en-US" sz="1700" kern="100" cap="none" spc="0">
                          <a:solidFill>
                            <a:schemeClr val="tx1"/>
                          </a:solidFill>
                          <a:effectLst/>
                        </a:rPr>
                        <a:t>VE</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12700" cmpd="sng">
                      <a:noFill/>
                      <a:prstDash val="solid"/>
                    </a:lnT>
                    <a:lnB w="12700" cmpd="sng">
                      <a:noFill/>
                      <a:prstDash val="solid"/>
                    </a:lnB>
                    <a:noFill/>
                  </a:tcPr>
                </a:tc>
                <a:tc>
                  <a:txBody>
                    <a:bodyPr/>
                    <a:lstStyle/>
                    <a:p>
                      <a:pPr marL="0" marR="0" algn="ctr">
                        <a:lnSpc>
                          <a:spcPct val="115000"/>
                        </a:lnSpc>
                        <a:spcAft>
                          <a:spcPts val="800"/>
                        </a:spcAft>
                        <a:buNone/>
                      </a:pPr>
                      <a:r>
                        <a:rPr lang="en-US" sz="1700" kern="100" cap="none" spc="0">
                          <a:solidFill>
                            <a:schemeClr val="tx1"/>
                          </a:solidFill>
                          <a:effectLst/>
                        </a:rPr>
                        <a:t>31,091</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12700" cmpd="sng">
                      <a:noFill/>
                      <a:prstDash val="solid"/>
                    </a:lnT>
                    <a:lnB w="12700" cmpd="sng">
                      <a:noFill/>
                      <a:prstDash val="solid"/>
                    </a:lnB>
                    <a:noFill/>
                  </a:tcPr>
                </a:tc>
                <a:tc>
                  <a:txBody>
                    <a:bodyPr/>
                    <a:lstStyle/>
                    <a:p>
                      <a:pPr marL="0" marR="0" algn="r">
                        <a:lnSpc>
                          <a:spcPct val="115000"/>
                        </a:lnSpc>
                        <a:spcAft>
                          <a:spcPts val="800"/>
                        </a:spcAft>
                        <a:buNone/>
                      </a:pPr>
                      <a:r>
                        <a:rPr lang="en-US" sz="1700" kern="100" cap="none" spc="0">
                          <a:solidFill>
                            <a:schemeClr val="tx1"/>
                          </a:solidFill>
                          <a:effectLst/>
                        </a:rPr>
                        <a:t> $     19,196,889,087.00 </a:t>
                      </a:r>
                      <a:endParaRPr lang="en-US" sz="1700" kern="100" cap="none" spc="0">
                        <a:solidFill>
                          <a:schemeClr val="tx1"/>
                        </a:solidFill>
                        <a:effectLst/>
                        <a:latin typeface="+mn-lt"/>
                        <a:ea typeface="Aptos" panose="020B0004020202020204" pitchFamily="34" charset="0"/>
                        <a:cs typeface="Times New Roman" panose="02020603050405020304" pitchFamily="18" charset="0"/>
                      </a:endParaRPr>
                    </a:p>
                  </a:txBody>
                  <a:tcPr marL="88446" marR="63176" marT="0" marB="126351">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95877670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B136A7F-8703-4FA7-80B1-874F5E7583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6">
            <a:extLst>
              <a:ext uri="{FF2B5EF4-FFF2-40B4-BE49-F238E27FC236}">
                <a16:creationId xmlns:a16="http://schemas.microsoft.com/office/drawing/2014/main" id="{716B2278-BFC9-43BE-9620-278464A4AB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537184" y="0"/>
            <a:ext cx="84177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tx2">
              <a:lumMod val="50000"/>
            </a:schemeClr>
          </a:solidFill>
          <a:ln>
            <a:noFill/>
          </a:ln>
        </p:spPr>
        <p:txBody>
          <a:bodyPr/>
          <a:lstStyle/>
          <a:p>
            <a:endParaRPr lang="en-US" dirty="0"/>
          </a:p>
        </p:txBody>
      </p:sp>
      <p:sp>
        <p:nvSpPr>
          <p:cNvPr id="22" name="Freeform 7">
            <a:extLst>
              <a:ext uri="{FF2B5EF4-FFF2-40B4-BE49-F238E27FC236}">
                <a16:creationId xmlns:a16="http://schemas.microsoft.com/office/drawing/2014/main" id="{E4CD00E4-F77A-49A5-A54B-A542D0DE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307393" y="0"/>
            <a:ext cx="8382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accent1"/>
          </a:solidFill>
          <a:ln>
            <a:noFill/>
          </a:ln>
        </p:spPr>
        <p:txBody>
          <a:bodyPr/>
          <a:lstStyle/>
          <a:p>
            <a:endParaRPr lang="en-US"/>
          </a:p>
        </p:txBody>
      </p:sp>
      <p:sp>
        <p:nvSpPr>
          <p:cNvPr id="23" name="Freeform 10">
            <a:extLst>
              <a:ext uri="{FF2B5EF4-FFF2-40B4-BE49-F238E27FC236}">
                <a16:creationId xmlns:a16="http://schemas.microsoft.com/office/drawing/2014/main" id="{17158038-9069-44CB-8794-762B5429B9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537184" y="5286375"/>
            <a:ext cx="1597819"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tx2">
              <a:lumMod val="25000"/>
              <a:alpha val="80000"/>
            </a:schemeClr>
          </a:solidFill>
          <a:ln>
            <a:noFill/>
          </a:ln>
        </p:spPr>
        <p:txBody>
          <a:bodyPr/>
          <a:lstStyle/>
          <a:p>
            <a:endParaRPr lang="en-US"/>
          </a:p>
        </p:txBody>
      </p:sp>
      <p:sp>
        <p:nvSpPr>
          <p:cNvPr id="24" name="Freeform: Shape 23">
            <a:extLst>
              <a:ext uri="{FF2B5EF4-FFF2-40B4-BE49-F238E27FC236}">
                <a16:creationId xmlns:a16="http://schemas.microsoft.com/office/drawing/2014/main" id="{045056AB-07D8-43D9-9343-AB85199AE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307393" y="5238750"/>
            <a:ext cx="1271588" cy="1619250"/>
          </a:xfrm>
          <a:custGeom>
            <a:avLst/>
            <a:gdLst>
              <a:gd name="connsiteX0" fmla="*/ 0 w 1695450"/>
              <a:gd name="connsiteY0" fmla="*/ 0 h 1619250"/>
              <a:gd name="connsiteX1" fmla="*/ 10414 w 1695450"/>
              <a:gd name="connsiteY1" fmla="*/ 1623 h 1619250"/>
              <a:gd name="connsiteX2" fmla="*/ 9236 w 1695450"/>
              <a:gd name="connsiteY2" fmla="*/ 0 h 1619250"/>
              <a:gd name="connsiteX3" fmla="*/ 10475 w 1695450"/>
              <a:gd name="connsiteY3" fmla="*/ 1633 h 1619250"/>
              <a:gd name="connsiteX4" fmla="*/ 244475 w 1695450"/>
              <a:gd name="connsiteY4" fmla="*/ 38100 h 1619250"/>
              <a:gd name="connsiteX5" fmla="*/ 249238 w 1695450"/>
              <a:gd name="connsiteY5" fmla="*/ 38100 h 1619250"/>
              <a:gd name="connsiteX6" fmla="*/ 249238 w 1695450"/>
              <a:gd name="connsiteY6" fmla="*/ 42863 h 1619250"/>
              <a:gd name="connsiteX7" fmla="*/ 244475 w 1695450"/>
              <a:gd name="connsiteY7" fmla="*/ 42863 h 1619250"/>
              <a:gd name="connsiteX8" fmla="*/ 292100 w 1695450"/>
              <a:gd name="connsiteY8" fmla="*/ 95250 h 1619250"/>
              <a:gd name="connsiteX9" fmla="*/ 1695450 w 1695450"/>
              <a:gd name="connsiteY9" fmla="*/ 1619250 h 1619250"/>
              <a:gd name="connsiteX10" fmla="*/ 1237961 w 1695450"/>
              <a:gd name="connsiteY10" fmla="*/ 1619250 h 1619250"/>
              <a:gd name="connsiteX11" fmla="*/ 1228725 w 1695450"/>
              <a:gd name="connsiteY11" fmla="*/ 1619250 h 1619250"/>
              <a:gd name="connsiteX12" fmla="*/ 1183986 w 1695450"/>
              <a:gd name="connsiteY12" fmla="*/ 1619250 h 1619250"/>
              <a:gd name="connsiteX13" fmla="*/ 210255 w 1695450"/>
              <a:gd name="connsiteY13" fmla="*/ 277080 h 1619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95450" h="1619250">
                <a:moveTo>
                  <a:pt x="0" y="0"/>
                </a:moveTo>
                <a:lnTo>
                  <a:pt x="10414" y="1623"/>
                </a:lnTo>
                <a:lnTo>
                  <a:pt x="9236" y="0"/>
                </a:lnTo>
                <a:lnTo>
                  <a:pt x="10475" y="1633"/>
                </a:lnTo>
                <a:lnTo>
                  <a:pt x="244475" y="38100"/>
                </a:lnTo>
                <a:lnTo>
                  <a:pt x="249238" y="38100"/>
                </a:lnTo>
                <a:lnTo>
                  <a:pt x="249238" y="42863"/>
                </a:lnTo>
                <a:lnTo>
                  <a:pt x="244475" y="42863"/>
                </a:lnTo>
                <a:lnTo>
                  <a:pt x="292100" y="95250"/>
                </a:lnTo>
                <a:lnTo>
                  <a:pt x="1695450" y="1619250"/>
                </a:lnTo>
                <a:lnTo>
                  <a:pt x="1237961" y="1619250"/>
                </a:lnTo>
                <a:lnTo>
                  <a:pt x="1228725" y="1619250"/>
                </a:lnTo>
                <a:lnTo>
                  <a:pt x="1183986" y="1619250"/>
                </a:lnTo>
                <a:lnTo>
                  <a:pt x="210255" y="277080"/>
                </a:lnTo>
                <a:close/>
              </a:path>
            </a:pathLst>
          </a:custGeom>
          <a:solidFill>
            <a:schemeClr val="accent1">
              <a:lumMod val="75000"/>
              <a:alpha val="80000"/>
            </a:schemeClr>
          </a:solidFill>
          <a:ln>
            <a:noFill/>
          </a:ln>
        </p:spPr>
        <p:txBody>
          <a:bodyPr/>
          <a:lstStyle/>
          <a:p>
            <a:endParaRPr lang="en-US"/>
          </a:p>
        </p:txBody>
      </p:sp>
      <p:sp>
        <p:nvSpPr>
          <p:cNvPr id="2" name="Title 1"/>
          <p:cNvSpPr>
            <a:spLocks noGrp="1"/>
          </p:cNvSpPr>
          <p:nvPr>
            <p:ph type="title"/>
          </p:nvPr>
        </p:nvSpPr>
        <p:spPr>
          <a:xfrm>
            <a:off x="6256432" y="1023257"/>
            <a:ext cx="2426312" cy="4767943"/>
          </a:xfrm>
          <a:effectLst/>
        </p:spPr>
        <p:txBody>
          <a:bodyPr anchor="ctr">
            <a:normAutofit/>
          </a:bodyPr>
          <a:lstStyle/>
          <a:p>
            <a:pPr algn="l"/>
            <a:r>
              <a:rPr lang="en-US" sz="3700"/>
              <a:t>Conclusion</a:t>
            </a:r>
          </a:p>
        </p:txBody>
      </p:sp>
      <p:sp>
        <p:nvSpPr>
          <p:cNvPr id="25" name="Freeform: Shape 24">
            <a:extLst>
              <a:ext uri="{FF2B5EF4-FFF2-40B4-BE49-F238E27FC236}">
                <a16:creationId xmlns:a16="http://schemas.microsoft.com/office/drawing/2014/main" id="{E83D8662-D21C-4B0A-A8A5-EA1E5DEBC5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7538" cy="6858001"/>
          </a:xfrm>
          <a:custGeom>
            <a:avLst/>
            <a:gdLst>
              <a:gd name="connsiteX0" fmla="*/ 0 w 8143384"/>
              <a:gd name="connsiteY0" fmla="*/ 0 h 6858001"/>
              <a:gd name="connsiteX1" fmla="*/ 3861881 w 8143384"/>
              <a:gd name="connsiteY1" fmla="*/ 0 h 6858001"/>
              <a:gd name="connsiteX2" fmla="*/ 3861881 w 8143384"/>
              <a:gd name="connsiteY2" fmla="*/ 1 h 6858001"/>
              <a:gd name="connsiteX3" fmla="*/ 6963565 w 8143384"/>
              <a:gd name="connsiteY3" fmla="*/ 1 h 6858001"/>
              <a:gd name="connsiteX4" fmla="*/ 6963565 w 8143384"/>
              <a:gd name="connsiteY4" fmla="*/ 0 h 6858001"/>
              <a:gd name="connsiteX5" fmla="*/ 7841583 w 8143384"/>
              <a:gd name="connsiteY5" fmla="*/ 0 h 6858001"/>
              <a:gd name="connsiteX6" fmla="*/ 6994625 w 8143384"/>
              <a:gd name="connsiteY6" fmla="*/ 5258645 h 6858001"/>
              <a:gd name="connsiteX7" fmla="*/ 6994625 w 8143384"/>
              <a:gd name="connsiteY7" fmla="*/ 5263939 h 6858001"/>
              <a:gd name="connsiteX8" fmla="*/ 8143384 w 8143384"/>
              <a:gd name="connsiteY8" fmla="*/ 6858001 h 6858001"/>
              <a:gd name="connsiteX9" fmla="*/ 6994625 w 8143384"/>
              <a:gd name="connsiteY9" fmla="*/ 6858001 h 6858001"/>
              <a:gd name="connsiteX10" fmla="*/ 6643195 w 8143384"/>
              <a:gd name="connsiteY10" fmla="*/ 6858001 h 6858001"/>
              <a:gd name="connsiteX11" fmla="*/ 3861881 w 8143384"/>
              <a:gd name="connsiteY11" fmla="*/ 6858001 h 6858001"/>
              <a:gd name="connsiteX12" fmla="*/ 3739675 w 8143384"/>
              <a:gd name="connsiteY12" fmla="*/ 6858001 h 6858001"/>
              <a:gd name="connsiteX13" fmla="*/ 0 w 8143384"/>
              <a:gd name="connsiteY13"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43384" h="6858001">
                <a:moveTo>
                  <a:pt x="0" y="0"/>
                </a:moveTo>
                <a:lnTo>
                  <a:pt x="3861881" y="0"/>
                </a:lnTo>
                <a:lnTo>
                  <a:pt x="3861881" y="1"/>
                </a:lnTo>
                <a:lnTo>
                  <a:pt x="6963565" y="1"/>
                </a:lnTo>
                <a:lnTo>
                  <a:pt x="6963565" y="0"/>
                </a:lnTo>
                <a:lnTo>
                  <a:pt x="7841583" y="0"/>
                </a:lnTo>
                <a:lnTo>
                  <a:pt x="6994625" y="5258645"/>
                </a:lnTo>
                <a:lnTo>
                  <a:pt x="6994625" y="5263939"/>
                </a:lnTo>
                <a:lnTo>
                  <a:pt x="8143384" y="6858001"/>
                </a:lnTo>
                <a:lnTo>
                  <a:pt x="6994625" y="6858001"/>
                </a:lnTo>
                <a:lnTo>
                  <a:pt x="6643195" y="6858001"/>
                </a:lnTo>
                <a:lnTo>
                  <a:pt x="3861881" y="6858001"/>
                </a:lnTo>
                <a:lnTo>
                  <a:pt x="3739675" y="6858001"/>
                </a:lnTo>
                <a:lnTo>
                  <a:pt x="0" y="6858001"/>
                </a:lnTo>
                <a:close/>
              </a:path>
            </a:pathLst>
          </a:custGeom>
          <a:solidFill>
            <a:schemeClr val="bg1">
              <a:lumMod val="75000"/>
              <a:lumOff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Content Placeholder 2"/>
          <p:cNvSpPr>
            <a:spLocks noGrp="1"/>
          </p:cNvSpPr>
          <p:nvPr>
            <p:ph idx="1"/>
          </p:nvPr>
        </p:nvSpPr>
        <p:spPr>
          <a:xfrm>
            <a:off x="519776" y="1023257"/>
            <a:ext cx="4476386" cy="4767944"/>
          </a:xfrm>
        </p:spPr>
        <p:txBody>
          <a:bodyPr anchor="ctr">
            <a:normAutofit/>
          </a:bodyPr>
          <a:lstStyle/>
          <a:p>
            <a:pPr>
              <a:lnSpc>
                <a:spcPct val="90000"/>
              </a:lnSpc>
            </a:pPr>
            <a:r>
              <a:rPr lang="en-US" sz="1600" dirty="0"/>
              <a:t>Analysis Overview:</a:t>
            </a:r>
          </a:p>
          <a:p>
            <a:pPr lvl="1">
              <a:lnSpc>
                <a:spcPct val="90000"/>
              </a:lnSpc>
            </a:pPr>
            <a:r>
              <a:rPr lang="en-US" sz="1600" dirty="0"/>
              <a:t>Significant % of parcels in flood zones</a:t>
            </a:r>
          </a:p>
          <a:p>
            <a:pPr lvl="1">
              <a:lnSpc>
                <a:spcPct val="90000"/>
              </a:lnSpc>
            </a:pPr>
            <a:r>
              <a:rPr lang="en-US" sz="1600" dirty="0"/>
              <a:t>High-value properties concentrated in risk areas</a:t>
            </a:r>
          </a:p>
          <a:p>
            <a:pPr>
              <a:lnSpc>
                <a:spcPct val="90000"/>
              </a:lnSpc>
            </a:pPr>
            <a:r>
              <a:rPr lang="en-US" sz="1600" dirty="0"/>
              <a:t>Implications:</a:t>
            </a:r>
          </a:p>
          <a:p>
            <a:pPr lvl="1">
              <a:lnSpc>
                <a:spcPct val="90000"/>
              </a:lnSpc>
            </a:pPr>
            <a:r>
              <a:rPr lang="en-US" sz="1600" dirty="0"/>
              <a:t>Continued development in risky areas</a:t>
            </a:r>
          </a:p>
          <a:p>
            <a:pPr lvl="1">
              <a:lnSpc>
                <a:spcPct val="90000"/>
              </a:lnSpc>
            </a:pPr>
            <a:r>
              <a:rPr lang="en-US" sz="1600" dirty="0"/>
              <a:t>Long-term financial vulnerability</a:t>
            </a:r>
          </a:p>
          <a:p>
            <a:pPr lvl="1">
              <a:lnSpc>
                <a:spcPct val="90000"/>
              </a:lnSpc>
            </a:pPr>
            <a:r>
              <a:rPr lang="en-US" sz="1600" dirty="0"/>
              <a:t>Planning challenges</a:t>
            </a:r>
          </a:p>
          <a:p>
            <a:pPr lvl="1">
              <a:lnSpc>
                <a:spcPct val="90000"/>
              </a:lnSpc>
            </a:pPr>
            <a:r>
              <a:rPr lang="en-US" sz="1600" dirty="0"/>
              <a:t>Flood risk and development overlap significantly</a:t>
            </a:r>
          </a:p>
          <a:p>
            <a:pPr>
              <a:lnSpc>
                <a:spcPct val="90000"/>
              </a:lnSpc>
            </a:pPr>
            <a:r>
              <a:rPr lang="en-US" sz="1600" dirty="0"/>
              <a:t>Public Sector Asset Management:</a:t>
            </a:r>
          </a:p>
          <a:p>
            <a:pPr lvl="1">
              <a:lnSpc>
                <a:spcPct val="90000"/>
              </a:lnSpc>
            </a:pPr>
            <a:r>
              <a:rPr lang="en-US" sz="1600" dirty="0"/>
              <a:t>Better planning needed to reduce vulnerability</a:t>
            </a:r>
          </a:p>
          <a:p>
            <a:pPr lvl="1">
              <a:lnSpc>
                <a:spcPct val="90000"/>
              </a:lnSpc>
            </a:pPr>
            <a:r>
              <a:rPr lang="en-US" sz="1600" dirty="0"/>
              <a:t>Lack of cohesive data to count, assess, and manage damaged public assets</a:t>
            </a:r>
          </a:p>
        </p:txBody>
      </p:sp>
    </p:spTree>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136A7F-8703-4FA7-80B1-874F5E7583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6">
            <a:extLst>
              <a:ext uri="{FF2B5EF4-FFF2-40B4-BE49-F238E27FC236}">
                <a16:creationId xmlns:a16="http://schemas.microsoft.com/office/drawing/2014/main" id="{716B2278-BFC9-43BE-9620-278464A4AB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537184" y="0"/>
            <a:ext cx="84177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tx2">
              <a:lumMod val="50000"/>
            </a:schemeClr>
          </a:solidFill>
          <a:ln>
            <a:noFill/>
          </a:ln>
        </p:spPr>
        <p:txBody>
          <a:bodyPr/>
          <a:lstStyle/>
          <a:p>
            <a:endParaRPr lang="en-US" dirty="0"/>
          </a:p>
        </p:txBody>
      </p:sp>
      <p:sp>
        <p:nvSpPr>
          <p:cNvPr id="12" name="Freeform 7">
            <a:extLst>
              <a:ext uri="{FF2B5EF4-FFF2-40B4-BE49-F238E27FC236}">
                <a16:creationId xmlns:a16="http://schemas.microsoft.com/office/drawing/2014/main" id="{E4CD00E4-F77A-49A5-A54B-A542D0DE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307393" y="0"/>
            <a:ext cx="8382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accent1"/>
          </a:solidFill>
          <a:ln>
            <a:noFill/>
          </a:ln>
        </p:spPr>
        <p:txBody>
          <a:bodyPr/>
          <a:lstStyle/>
          <a:p>
            <a:endParaRPr lang="en-US"/>
          </a:p>
        </p:txBody>
      </p:sp>
      <p:sp>
        <p:nvSpPr>
          <p:cNvPr id="14" name="Freeform 10">
            <a:extLst>
              <a:ext uri="{FF2B5EF4-FFF2-40B4-BE49-F238E27FC236}">
                <a16:creationId xmlns:a16="http://schemas.microsoft.com/office/drawing/2014/main" id="{17158038-9069-44CB-8794-762B5429B9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537184" y="5286375"/>
            <a:ext cx="1597819"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tx2">
              <a:lumMod val="25000"/>
              <a:alpha val="80000"/>
            </a:schemeClr>
          </a:solidFill>
          <a:ln>
            <a:noFill/>
          </a:ln>
        </p:spPr>
        <p:txBody>
          <a:bodyPr/>
          <a:lstStyle/>
          <a:p>
            <a:endParaRPr lang="en-US"/>
          </a:p>
        </p:txBody>
      </p:sp>
      <p:sp>
        <p:nvSpPr>
          <p:cNvPr id="16" name="Freeform: Shape 15">
            <a:extLst>
              <a:ext uri="{FF2B5EF4-FFF2-40B4-BE49-F238E27FC236}">
                <a16:creationId xmlns:a16="http://schemas.microsoft.com/office/drawing/2014/main" id="{045056AB-07D8-43D9-9343-AB85199AE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307393" y="5238750"/>
            <a:ext cx="1271588" cy="1619250"/>
          </a:xfrm>
          <a:custGeom>
            <a:avLst/>
            <a:gdLst>
              <a:gd name="connsiteX0" fmla="*/ 0 w 1695450"/>
              <a:gd name="connsiteY0" fmla="*/ 0 h 1619250"/>
              <a:gd name="connsiteX1" fmla="*/ 10414 w 1695450"/>
              <a:gd name="connsiteY1" fmla="*/ 1623 h 1619250"/>
              <a:gd name="connsiteX2" fmla="*/ 9236 w 1695450"/>
              <a:gd name="connsiteY2" fmla="*/ 0 h 1619250"/>
              <a:gd name="connsiteX3" fmla="*/ 10475 w 1695450"/>
              <a:gd name="connsiteY3" fmla="*/ 1633 h 1619250"/>
              <a:gd name="connsiteX4" fmla="*/ 244475 w 1695450"/>
              <a:gd name="connsiteY4" fmla="*/ 38100 h 1619250"/>
              <a:gd name="connsiteX5" fmla="*/ 249238 w 1695450"/>
              <a:gd name="connsiteY5" fmla="*/ 38100 h 1619250"/>
              <a:gd name="connsiteX6" fmla="*/ 249238 w 1695450"/>
              <a:gd name="connsiteY6" fmla="*/ 42863 h 1619250"/>
              <a:gd name="connsiteX7" fmla="*/ 244475 w 1695450"/>
              <a:gd name="connsiteY7" fmla="*/ 42863 h 1619250"/>
              <a:gd name="connsiteX8" fmla="*/ 292100 w 1695450"/>
              <a:gd name="connsiteY8" fmla="*/ 95250 h 1619250"/>
              <a:gd name="connsiteX9" fmla="*/ 1695450 w 1695450"/>
              <a:gd name="connsiteY9" fmla="*/ 1619250 h 1619250"/>
              <a:gd name="connsiteX10" fmla="*/ 1237961 w 1695450"/>
              <a:gd name="connsiteY10" fmla="*/ 1619250 h 1619250"/>
              <a:gd name="connsiteX11" fmla="*/ 1228725 w 1695450"/>
              <a:gd name="connsiteY11" fmla="*/ 1619250 h 1619250"/>
              <a:gd name="connsiteX12" fmla="*/ 1183986 w 1695450"/>
              <a:gd name="connsiteY12" fmla="*/ 1619250 h 1619250"/>
              <a:gd name="connsiteX13" fmla="*/ 210255 w 1695450"/>
              <a:gd name="connsiteY13" fmla="*/ 277080 h 1619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95450" h="1619250">
                <a:moveTo>
                  <a:pt x="0" y="0"/>
                </a:moveTo>
                <a:lnTo>
                  <a:pt x="10414" y="1623"/>
                </a:lnTo>
                <a:lnTo>
                  <a:pt x="9236" y="0"/>
                </a:lnTo>
                <a:lnTo>
                  <a:pt x="10475" y="1633"/>
                </a:lnTo>
                <a:lnTo>
                  <a:pt x="244475" y="38100"/>
                </a:lnTo>
                <a:lnTo>
                  <a:pt x="249238" y="38100"/>
                </a:lnTo>
                <a:lnTo>
                  <a:pt x="249238" y="42863"/>
                </a:lnTo>
                <a:lnTo>
                  <a:pt x="244475" y="42863"/>
                </a:lnTo>
                <a:lnTo>
                  <a:pt x="292100" y="95250"/>
                </a:lnTo>
                <a:lnTo>
                  <a:pt x="1695450" y="1619250"/>
                </a:lnTo>
                <a:lnTo>
                  <a:pt x="1237961" y="1619250"/>
                </a:lnTo>
                <a:lnTo>
                  <a:pt x="1228725" y="1619250"/>
                </a:lnTo>
                <a:lnTo>
                  <a:pt x="1183986" y="1619250"/>
                </a:lnTo>
                <a:lnTo>
                  <a:pt x="210255" y="277080"/>
                </a:lnTo>
                <a:close/>
              </a:path>
            </a:pathLst>
          </a:custGeom>
          <a:solidFill>
            <a:schemeClr val="accent1">
              <a:lumMod val="75000"/>
              <a:alpha val="80000"/>
            </a:schemeClr>
          </a:solidFill>
          <a:ln>
            <a:noFill/>
          </a:ln>
        </p:spPr>
        <p:txBody>
          <a:bodyPr/>
          <a:lstStyle/>
          <a:p>
            <a:endParaRPr lang="en-US"/>
          </a:p>
        </p:txBody>
      </p:sp>
      <p:sp>
        <p:nvSpPr>
          <p:cNvPr id="2" name="Title 1"/>
          <p:cNvSpPr>
            <a:spLocks noGrp="1"/>
          </p:cNvSpPr>
          <p:nvPr>
            <p:ph type="title"/>
          </p:nvPr>
        </p:nvSpPr>
        <p:spPr>
          <a:xfrm>
            <a:off x="6256432" y="1023257"/>
            <a:ext cx="2426312" cy="4767943"/>
          </a:xfrm>
          <a:effectLst/>
        </p:spPr>
        <p:txBody>
          <a:bodyPr anchor="ctr">
            <a:normAutofit/>
          </a:bodyPr>
          <a:lstStyle/>
          <a:p>
            <a:pPr algn="l"/>
            <a:r>
              <a:t>Future Work</a:t>
            </a:r>
            <a:endParaRPr lang="en-US"/>
          </a:p>
        </p:txBody>
      </p:sp>
      <p:sp>
        <p:nvSpPr>
          <p:cNvPr id="18" name="Freeform: Shape 17">
            <a:extLst>
              <a:ext uri="{FF2B5EF4-FFF2-40B4-BE49-F238E27FC236}">
                <a16:creationId xmlns:a16="http://schemas.microsoft.com/office/drawing/2014/main" id="{E83D8662-D21C-4B0A-A8A5-EA1E5DEBC5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7538" cy="6858001"/>
          </a:xfrm>
          <a:custGeom>
            <a:avLst/>
            <a:gdLst>
              <a:gd name="connsiteX0" fmla="*/ 0 w 8143384"/>
              <a:gd name="connsiteY0" fmla="*/ 0 h 6858001"/>
              <a:gd name="connsiteX1" fmla="*/ 3861881 w 8143384"/>
              <a:gd name="connsiteY1" fmla="*/ 0 h 6858001"/>
              <a:gd name="connsiteX2" fmla="*/ 3861881 w 8143384"/>
              <a:gd name="connsiteY2" fmla="*/ 1 h 6858001"/>
              <a:gd name="connsiteX3" fmla="*/ 6963565 w 8143384"/>
              <a:gd name="connsiteY3" fmla="*/ 1 h 6858001"/>
              <a:gd name="connsiteX4" fmla="*/ 6963565 w 8143384"/>
              <a:gd name="connsiteY4" fmla="*/ 0 h 6858001"/>
              <a:gd name="connsiteX5" fmla="*/ 7841583 w 8143384"/>
              <a:gd name="connsiteY5" fmla="*/ 0 h 6858001"/>
              <a:gd name="connsiteX6" fmla="*/ 6994625 w 8143384"/>
              <a:gd name="connsiteY6" fmla="*/ 5258645 h 6858001"/>
              <a:gd name="connsiteX7" fmla="*/ 6994625 w 8143384"/>
              <a:gd name="connsiteY7" fmla="*/ 5263939 h 6858001"/>
              <a:gd name="connsiteX8" fmla="*/ 8143384 w 8143384"/>
              <a:gd name="connsiteY8" fmla="*/ 6858001 h 6858001"/>
              <a:gd name="connsiteX9" fmla="*/ 6994625 w 8143384"/>
              <a:gd name="connsiteY9" fmla="*/ 6858001 h 6858001"/>
              <a:gd name="connsiteX10" fmla="*/ 6643195 w 8143384"/>
              <a:gd name="connsiteY10" fmla="*/ 6858001 h 6858001"/>
              <a:gd name="connsiteX11" fmla="*/ 3861881 w 8143384"/>
              <a:gd name="connsiteY11" fmla="*/ 6858001 h 6858001"/>
              <a:gd name="connsiteX12" fmla="*/ 3739675 w 8143384"/>
              <a:gd name="connsiteY12" fmla="*/ 6858001 h 6858001"/>
              <a:gd name="connsiteX13" fmla="*/ 0 w 8143384"/>
              <a:gd name="connsiteY13"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43384" h="6858001">
                <a:moveTo>
                  <a:pt x="0" y="0"/>
                </a:moveTo>
                <a:lnTo>
                  <a:pt x="3861881" y="0"/>
                </a:lnTo>
                <a:lnTo>
                  <a:pt x="3861881" y="1"/>
                </a:lnTo>
                <a:lnTo>
                  <a:pt x="6963565" y="1"/>
                </a:lnTo>
                <a:lnTo>
                  <a:pt x="6963565" y="0"/>
                </a:lnTo>
                <a:lnTo>
                  <a:pt x="7841583" y="0"/>
                </a:lnTo>
                <a:lnTo>
                  <a:pt x="6994625" y="5258645"/>
                </a:lnTo>
                <a:lnTo>
                  <a:pt x="6994625" y="5263939"/>
                </a:lnTo>
                <a:lnTo>
                  <a:pt x="8143384" y="6858001"/>
                </a:lnTo>
                <a:lnTo>
                  <a:pt x="6994625" y="6858001"/>
                </a:lnTo>
                <a:lnTo>
                  <a:pt x="6643195" y="6858001"/>
                </a:lnTo>
                <a:lnTo>
                  <a:pt x="3861881" y="6858001"/>
                </a:lnTo>
                <a:lnTo>
                  <a:pt x="3739675" y="6858001"/>
                </a:lnTo>
                <a:lnTo>
                  <a:pt x="0" y="6858001"/>
                </a:lnTo>
                <a:close/>
              </a:path>
            </a:pathLst>
          </a:custGeom>
          <a:solidFill>
            <a:schemeClr val="bg1">
              <a:lumMod val="75000"/>
              <a:lumOff val="2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Content Placeholder 2"/>
          <p:cNvSpPr>
            <a:spLocks noGrp="1"/>
          </p:cNvSpPr>
          <p:nvPr>
            <p:ph idx="1"/>
          </p:nvPr>
        </p:nvSpPr>
        <p:spPr>
          <a:xfrm>
            <a:off x="519776" y="1023257"/>
            <a:ext cx="4476386" cy="4767944"/>
          </a:xfrm>
        </p:spPr>
        <p:txBody>
          <a:bodyPr anchor="ctr">
            <a:normAutofit/>
          </a:bodyPr>
          <a:lstStyle/>
          <a:p>
            <a:r>
              <a:rPr lang="en-US" sz="1700" dirty="0"/>
              <a:t>Add social vulnerability data</a:t>
            </a:r>
          </a:p>
          <a:p>
            <a:pPr lvl="1"/>
            <a:r>
              <a:rPr lang="en-US" sz="1700" dirty="0"/>
              <a:t>This is available from the CDC but was eliminated from this analysis for the Asset Management discussion</a:t>
            </a:r>
          </a:p>
          <a:p>
            <a:r>
              <a:rPr lang="en-US" sz="1700" dirty="0"/>
              <a:t>Asset Management Plans</a:t>
            </a:r>
          </a:p>
          <a:p>
            <a:pPr lvl="1"/>
            <a:r>
              <a:rPr lang="en-US" sz="1700" dirty="0"/>
              <a:t>Extract data from County Strategic Initiatives when completed</a:t>
            </a:r>
          </a:p>
          <a:p>
            <a:r>
              <a:rPr lang="en-US" sz="1700" dirty="0"/>
              <a:t>Policy recommendations</a:t>
            </a:r>
          </a:p>
          <a:p>
            <a:pPr lvl="1"/>
            <a:r>
              <a:rPr lang="en-US" sz="1700" dirty="0"/>
              <a:t>Analyze hurricane response and record keeping</a:t>
            </a:r>
          </a:p>
        </p:txBody>
      </p:sp>
    </p:spTree>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Questions</a:t>
            </a:r>
            <a:r>
              <a:rPr lang="en-US" dirty="0"/>
              <a:t> </a:t>
            </a:r>
            <a:br>
              <a:rPr lang="en-US" dirty="0"/>
            </a:br>
            <a:r>
              <a:rPr lang="en-US" dirty="0"/>
              <a:t>or </a:t>
            </a:r>
            <a:br>
              <a:rPr lang="en-US" dirty="0"/>
            </a:br>
            <a:r>
              <a:rPr lang="en-US" i="1" dirty="0"/>
              <a:t>Condemnations</a:t>
            </a:r>
            <a:r>
              <a:rPr lang="en-US" dirty="0"/>
              <a:t>?</a:t>
            </a:r>
            <a:endParaRPr dirty="0"/>
          </a:p>
        </p:txBody>
      </p:sp>
      <p:sp>
        <p:nvSpPr>
          <p:cNvPr id="3" name="Content Placeholder 2"/>
          <p:cNvSpPr>
            <a:spLocks noGrp="1"/>
          </p:cNvSpPr>
          <p:nvPr>
            <p:ph idx="1"/>
          </p:nvPr>
        </p:nvSpPr>
        <p:spPr/>
        <p:txBody>
          <a:bodyPr/>
          <a:lstStyle/>
          <a:p>
            <a:pPr marL="0" indent="0" algn="ctr">
              <a:buNone/>
            </a:pPr>
            <a:r>
              <a:rPr sz="3600" dirty="0"/>
              <a:t>Thank you!</a:t>
            </a:r>
            <a:endParaRPr lang="en-US" sz="3600" dirty="0"/>
          </a:p>
          <a:p>
            <a:endParaRPr dirty="0"/>
          </a:p>
        </p:txBody>
      </p:sp>
      <p:sp>
        <p:nvSpPr>
          <p:cNvPr id="7" name="TextBox 6">
            <a:extLst>
              <a:ext uri="{FF2B5EF4-FFF2-40B4-BE49-F238E27FC236}">
                <a16:creationId xmlns:a16="http://schemas.microsoft.com/office/drawing/2014/main" id="{A61B9AB3-2259-A7C4-61AF-5213DD550220}"/>
              </a:ext>
            </a:extLst>
          </p:cNvPr>
          <p:cNvSpPr txBox="1"/>
          <p:nvPr/>
        </p:nvSpPr>
        <p:spPr>
          <a:xfrm>
            <a:off x="2548466" y="4984414"/>
            <a:ext cx="4572000" cy="1018869"/>
          </a:xfrm>
          <a:prstGeom prst="rect">
            <a:avLst/>
          </a:prstGeom>
          <a:noFill/>
        </p:spPr>
        <p:txBody>
          <a:bodyPr wrap="square">
            <a:spAutoFit/>
          </a:bodyPr>
          <a:lstStyle/>
          <a:p>
            <a:pPr algn="ctr"/>
            <a:r>
              <a:rPr lang="en-US" dirty="0"/>
              <a:t>Donald D. Melone, Jr.</a:t>
            </a:r>
            <a:endParaRPr lang="en-US" sz="1800" dirty="0">
              <a:solidFill>
                <a:schemeClr val="tx2"/>
              </a:solidFill>
            </a:endParaRPr>
          </a:p>
          <a:p>
            <a:pPr algn="ctr"/>
            <a:r>
              <a:rPr lang="en-US" dirty="0"/>
              <a:t>(727) 423-5663</a:t>
            </a:r>
            <a:endParaRPr lang="en-US" sz="1800" dirty="0"/>
          </a:p>
          <a:p>
            <a:pPr marL="0" indent="0" algn="ctr">
              <a:lnSpc>
                <a:spcPct val="150000"/>
              </a:lnSpc>
              <a:buNone/>
            </a:pPr>
            <a:r>
              <a:rPr lang="en-US" dirty="0"/>
              <a:t>d</a:t>
            </a:r>
            <a:r>
              <a:rPr lang="en-US" sz="1800" dirty="0"/>
              <a:t>.</a:t>
            </a:r>
            <a:r>
              <a:rPr lang="en-US" dirty="0"/>
              <a:t>melonejr@outlook.</a:t>
            </a:r>
            <a:r>
              <a:rPr lang="en-US" sz="1800" dirty="0"/>
              <a:t>com</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274</TotalTime>
  <Words>612</Words>
  <Application>Microsoft Office PowerPoint</Application>
  <PresentationFormat>On-screen Show (4:3)</PresentationFormat>
  <Paragraphs>110</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Corbel</vt:lpstr>
      <vt:lpstr>Parallax</vt:lpstr>
      <vt:lpstr>Spring 2026 Capstone Presentation</vt:lpstr>
      <vt:lpstr>Research Question</vt:lpstr>
      <vt:lpstr>Why This Matters</vt:lpstr>
      <vt:lpstr>PowerPoint Presentation</vt:lpstr>
      <vt:lpstr>PowerPoint Presentation</vt:lpstr>
      <vt:lpstr>PowerPoint Presentation</vt:lpstr>
      <vt:lpstr>Overview</vt:lpstr>
      <vt:lpstr>Literature Review</vt:lpstr>
      <vt:lpstr>Data Sources</vt:lpstr>
      <vt:lpstr>Methods</vt:lpstr>
      <vt:lpstr>Example Damage Locations </vt:lpstr>
      <vt:lpstr>PowerPoint Presentation</vt:lpstr>
      <vt:lpstr>PowerPoint Presentation</vt:lpstr>
      <vt:lpstr>PowerPoint Presentation</vt:lpstr>
      <vt:lpstr>Analysis: Exposed Parcel Count</vt:lpstr>
      <vt:lpstr>Analysis: Property Value at Risk</vt:lpstr>
      <vt:lpstr>Conclusion</vt:lpstr>
      <vt:lpstr>Future Work</vt:lpstr>
      <vt:lpstr>Questions  or  Condemnations?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Donald Melone Jr.</dc:creator>
  <cp:keywords/>
  <dc:description>generated using python-pptx</dc:description>
  <cp:lastModifiedBy>Melone, Donald D.</cp:lastModifiedBy>
  <cp:revision>2</cp:revision>
  <dcterms:created xsi:type="dcterms:W3CDTF">2013-01-27T09:14:16Z</dcterms:created>
  <dcterms:modified xsi:type="dcterms:W3CDTF">2026-05-04T22:46:23Z</dcterms:modified>
  <cp:category/>
</cp:coreProperties>
</file>